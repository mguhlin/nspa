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4e1046ef1e4140" /><Relationship Type="http://schemas.openxmlformats.org/officeDocument/2006/relationships/extended-properties" Target="/docProps/app.xml" Id="R785c55da6dec4c7e" /><Relationship Type="http://schemas.openxmlformats.org/officeDocument/2006/relationships/officeDocument" Target="/ppt/presentation.xml" Id="Rab6a02b654f04415" /></Relationships>
</file>

<file path=ppt/presentation.xml><?xml version="1.0" encoding="utf-8"?>
<p:presentation xmlns:p="http://schemas.openxmlformats.org/presentationml/2006/main">
  <p:sldMasterIdLst>
    <p:sldMasterId xmlns:r="http://schemas.openxmlformats.org/officeDocument/2006/relationships" id="2147483648" r:id="R38bca9b0cae04d57"/>
  </p:sldMasterIdLst>
  <p:notesMasterIdLst>
    <p:notesMasterId xmlns:r="http://schemas.openxmlformats.org/officeDocument/2006/relationships" r:id="R7435b7cb4da24e9b"/>
  </p:notesMasterIdLst>
  <p:sldIdLst>
    <p:sldId xmlns:r="http://schemas.openxmlformats.org/officeDocument/2006/relationships" id="256" r:id="Rb4195d6ec694468a"/>
    <p:sldId xmlns:r="http://schemas.openxmlformats.org/officeDocument/2006/relationships" id="257" r:id="R6d3cd55b604744ca"/>
    <p:sldId xmlns:r="http://schemas.openxmlformats.org/officeDocument/2006/relationships" id="258" r:id="Ref2b566a8a4b46d1"/>
    <p:sldId xmlns:r="http://schemas.openxmlformats.org/officeDocument/2006/relationships" id="259" r:id="Ra1abc2da5d1e4efd"/>
    <p:sldId xmlns:r="http://schemas.openxmlformats.org/officeDocument/2006/relationships" id="260" r:id="R7da68c460a844863"/>
    <p:sldId xmlns:r="http://schemas.openxmlformats.org/officeDocument/2006/relationships" id="261" r:id="R32613b5ba4d540ed"/>
    <p:sldId xmlns:r="http://schemas.openxmlformats.org/officeDocument/2006/relationships" id="262" r:id="R996d1309db8e491b"/>
    <p:sldId xmlns:r="http://schemas.openxmlformats.org/officeDocument/2006/relationships" id="263" r:id="R024af40b37024e2a"/>
    <p:sldId xmlns:r="http://schemas.openxmlformats.org/officeDocument/2006/relationships" id="264" r:id="R48776b709ad24651"/>
    <p:sldId xmlns:r="http://schemas.openxmlformats.org/officeDocument/2006/relationships" id="265" r:id="R96aab7ffb86e4d42"/>
    <p:sldId xmlns:r="http://schemas.openxmlformats.org/officeDocument/2006/relationships" id="266" r:id="Rbbc338d45e264691"/>
    <p:sldId xmlns:r="http://schemas.openxmlformats.org/officeDocument/2006/relationships" id="267" r:id="Ra453ac9065774e48"/>
    <p:sldId xmlns:r="http://schemas.openxmlformats.org/officeDocument/2006/relationships" id="268" r:id="Rf62702e5065d4c82"/>
    <p:sldId xmlns:r="http://schemas.openxmlformats.org/officeDocument/2006/relationships" id="269" r:id="R1c74d467214041b3"/>
    <p:sldId xmlns:r="http://schemas.openxmlformats.org/officeDocument/2006/relationships" id="270" r:id="Rdec303b372694dfb"/>
    <p:sldId xmlns:r="http://schemas.openxmlformats.org/officeDocument/2006/relationships" id="271" r:id="Rac68664dad724c68"/>
    <p:sldId xmlns:r="http://schemas.openxmlformats.org/officeDocument/2006/relationships" id="272" r:id="Rf9c8faec3b2b4df6"/>
    <p:sldId xmlns:r="http://schemas.openxmlformats.org/officeDocument/2006/relationships" id="273" r:id="R18ad3dca64014046"/>
    <p:sldId xmlns:r="http://schemas.openxmlformats.org/officeDocument/2006/relationships" id="274" r:id="R111d15eb6828432f"/>
    <p:sldId xmlns:r="http://schemas.openxmlformats.org/officeDocument/2006/relationships" id="275" r:id="R2fbf4896525c4277"/>
    <p:sldId xmlns:r="http://schemas.openxmlformats.org/officeDocument/2006/relationships" id="276" r:id="R2142044622094e0a"/>
    <p:sldId xmlns:r="http://schemas.openxmlformats.org/officeDocument/2006/relationships" id="277" r:id="R579c9246573746e6"/>
    <p:sldId xmlns:r="http://schemas.openxmlformats.org/officeDocument/2006/relationships" id="278" r:id="R3c05512d4b594201"/>
    <p:sldId xmlns:r="http://schemas.openxmlformats.org/officeDocument/2006/relationships" id="279" r:id="R4d828240d8fe4c4a"/>
    <p:sldId xmlns:r="http://schemas.openxmlformats.org/officeDocument/2006/relationships" id="280" r:id="R551d451d92424c7a"/>
    <p:sldId xmlns:r="http://schemas.openxmlformats.org/officeDocument/2006/relationships" id="281" r:id="R3d2c195202584d2a"/>
    <p:sldId xmlns:r="http://schemas.openxmlformats.org/officeDocument/2006/relationships" id="282" r:id="Rda30281fb7b34ad5"/>
    <p:sldId xmlns:r="http://schemas.openxmlformats.org/officeDocument/2006/relationships" id="283" r:id="Rb5d8b7ff37e341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172d73768a4ba9" /><Relationship Type="http://schemas.openxmlformats.org/officeDocument/2006/relationships/slideMaster" Target="/ppt/slideMasters/slideMaster1.xml" Id="R38bca9b0cae04d57" /><Relationship Type="http://schemas.openxmlformats.org/officeDocument/2006/relationships/notesMaster" Target="/ppt/notesMasters/notesMaster1.xml" Id="R7435b7cb4da24e9b" /><Relationship Type="http://schemas.openxmlformats.org/officeDocument/2006/relationships/presProps" Target="/ppt/presProps.xml" Id="Rb8d11cc008354b2c" /><Relationship Type="http://schemas.openxmlformats.org/officeDocument/2006/relationships/tableStyles" Target="/ppt/tableStyles.xml" Id="Rbbd582e25575414a" /><Relationship Type="http://schemas.openxmlformats.org/officeDocument/2006/relationships/slide" Target="/ppt/slides/slide1.xml" Id="Rb4195d6ec694468a" /><Relationship Type="http://schemas.openxmlformats.org/officeDocument/2006/relationships/slide" Target="/ppt/slides/slide2.xml" Id="R6d3cd55b604744ca" /><Relationship Type="http://schemas.openxmlformats.org/officeDocument/2006/relationships/slide" Target="/ppt/slides/slide3.xml" Id="Ref2b566a8a4b46d1" /><Relationship Type="http://schemas.openxmlformats.org/officeDocument/2006/relationships/slide" Target="/ppt/slides/slide4.xml" Id="Ra1abc2da5d1e4efd" /><Relationship Type="http://schemas.openxmlformats.org/officeDocument/2006/relationships/slide" Target="/ppt/slides/slide5.xml" Id="R7da68c460a844863" /><Relationship Type="http://schemas.openxmlformats.org/officeDocument/2006/relationships/slide" Target="/ppt/slides/slide6.xml" Id="R32613b5ba4d540ed" /><Relationship Type="http://schemas.openxmlformats.org/officeDocument/2006/relationships/slide" Target="/ppt/slides/slide7.xml" Id="R996d1309db8e491b" /><Relationship Type="http://schemas.openxmlformats.org/officeDocument/2006/relationships/slide" Target="/ppt/slides/slide8.xml" Id="R024af40b37024e2a" /><Relationship Type="http://schemas.openxmlformats.org/officeDocument/2006/relationships/slide" Target="/ppt/slides/slide9.xml" Id="R48776b709ad24651" /><Relationship Type="http://schemas.openxmlformats.org/officeDocument/2006/relationships/slide" Target="/ppt/slides/slide10.xml" Id="R96aab7ffb86e4d42" /><Relationship Type="http://schemas.openxmlformats.org/officeDocument/2006/relationships/slide" Target="/ppt/slides/slide11.xml" Id="Rbbc338d45e264691" /><Relationship Type="http://schemas.openxmlformats.org/officeDocument/2006/relationships/slide" Target="/ppt/slides/slide12.xml" Id="Ra453ac9065774e48" /><Relationship Type="http://schemas.openxmlformats.org/officeDocument/2006/relationships/slide" Target="/ppt/slides/slide13.xml" Id="Rf62702e5065d4c82" /><Relationship Type="http://schemas.openxmlformats.org/officeDocument/2006/relationships/slide" Target="/ppt/slides/slide14.xml" Id="R1c74d467214041b3" /><Relationship Type="http://schemas.openxmlformats.org/officeDocument/2006/relationships/slide" Target="/ppt/slides/slide15.xml" Id="Rdec303b372694dfb" /><Relationship Type="http://schemas.openxmlformats.org/officeDocument/2006/relationships/slide" Target="/ppt/slides/slide16.xml" Id="Rac68664dad724c68" /><Relationship Type="http://schemas.openxmlformats.org/officeDocument/2006/relationships/slide" Target="/ppt/slides/slide17.xml" Id="Rf9c8faec3b2b4df6" /><Relationship Type="http://schemas.openxmlformats.org/officeDocument/2006/relationships/slide" Target="/ppt/slides/slide18.xml" Id="R18ad3dca64014046" /><Relationship Type="http://schemas.openxmlformats.org/officeDocument/2006/relationships/slide" Target="/ppt/slides/slide19.xml" Id="R111d15eb6828432f" /><Relationship Type="http://schemas.openxmlformats.org/officeDocument/2006/relationships/slide" Target="/ppt/slides/slide20.xml" Id="R2fbf4896525c4277" /><Relationship Type="http://schemas.openxmlformats.org/officeDocument/2006/relationships/slide" Target="/ppt/slides/slide21.xml" Id="R2142044622094e0a" /><Relationship Type="http://schemas.openxmlformats.org/officeDocument/2006/relationships/slide" Target="/ppt/slides/slide22.xml" Id="R579c9246573746e6" /><Relationship Type="http://schemas.openxmlformats.org/officeDocument/2006/relationships/slide" Target="/ppt/slides/slide23.xml" Id="R3c05512d4b594201" /><Relationship Type="http://schemas.openxmlformats.org/officeDocument/2006/relationships/slide" Target="/ppt/slides/slide24.xml" Id="R4d828240d8fe4c4a" /><Relationship Type="http://schemas.openxmlformats.org/officeDocument/2006/relationships/slide" Target="/ppt/slides/slide25.xml" Id="R551d451d92424c7a" /><Relationship Type="http://schemas.openxmlformats.org/officeDocument/2006/relationships/slide" Target="/ppt/slides/slide26.xml" Id="R3d2c195202584d2a" /><Relationship Type="http://schemas.openxmlformats.org/officeDocument/2006/relationships/slide" Target="/ppt/slides/slide27.xml" Id="Rda30281fb7b34ad5" /><Relationship Type="http://schemas.openxmlformats.org/officeDocument/2006/relationships/slide" Target="/ppt/slides/slide28.xml" Id="Rb5d8b7ff37e341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6e4437aeed49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76c7c28d052416d" /><Relationship Type="http://schemas.openxmlformats.org/officeDocument/2006/relationships/notesMaster" Target="/ppt/notesMasters/notesMaster1.xml" Id="R2757df2ca94b40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04671b1b614ce7" /><Relationship Type="http://schemas.openxmlformats.org/officeDocument/2006/relationships/notesMaster" Target="/ppt/notesMasters/notesMaster1.xml" Id="R0a545a03edfe41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04b40d6b3c4965" /><Relationship Type="http://schemas.openxmlformats.org/officeDocument/2006/relationships/notesMaster" Target="/ppt/notesMasters/notesMaster1.xml" Id="Rf78a0fca5f154c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3d1772cceb4512" /><Relationship Type="http://schemas.openxmlformats.org/officeDocument/2006/relationships/notesMaster" Target="/ppt/notesMasters/notesMaster1.xml" Id="R4a868d557f1745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cd4cc1475443f5" /><Relationship Type="http://schemas.openxmlformats.org/officeDocument/2006/relationships/notesMaster" Target="/ppt/notesMasters/notesMaster1.xml" Id="R5df99abeb04347e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9a0710c5404823" /><Relationship Type="http://schemas.openxmlformats.org/officeDocument/2006/relationships/notesMaster" Target="/ppt/notesMasters/notesMaster1.xml" Id="Rfcc243ea2d7040f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ea116760c7417f" /><Relationship Type="http://schemas.openxmlformats.org/officeDocument/2006/relationships/notesMaster" Target="/ppt/notesMasters/notesMaster1.xml" Id="Rb51d7980963f4b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b40bd7e231401b" /><Relationship Type="http://schemas.openxmlformats.org/officeDocument/2006/relationships/notesMaster" Target="/ppt/notesMasters/notesMaster1.xml" Id="Rf41d3e06d692440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ad9e9db82d41a7" /><Relationship Type="http://schemas.openxmlformats.org/officeDocument/2006/relationships/notesMaster" Target="/ppt/notesMasters/notesMaster1.xml" Id="Rfbaefa869de641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0b5a18d5aa46f2" /><Relationship Type="http://schemas.openxmlformats.org/officeDocument/2006/relationships/notesMaster" Target="/ppt/notesMasters/notesMaster1.xml" Id="Rbd539f3f41ce428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749e3b39b24ad7" /><Relationship Type="http://schemas.openxmlformats.org/officeDocument/2006/relationships/notesMaster" Target="/ppt/notesMasters/notesMaster1.xml" Id="Rfda52c0f7028483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0162c3f50048bd" /><Relationship Type="http://schemas.openxmlformats.org/officeDocument/2006/relationships/notesMaster" Target="/ppt/notesMasters/notesMaster1.xml" Id="R4fb75de03ebb4a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a65f09cdaf4c34" /><Relationship Type="http://schemas.openxmlformats.org/officeDocument/2006/relationships/notesMaster" Target="/ppt/notesMasters/notesMaster1.xml" Id="Rd19473cf46384e0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668b9663b14c12" /><Relationship Type="http://schemas.openxmlformats.org/officeDocument/2006/relationships/notesMaster" Target="/ppt/notesMasters/notesMaster1.xml" Id="Re1fe0da78e2148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11bd1869ec54e98" /><Relationship Type="http://schemas.openxmlformats.org/officeDocument/2006/relationships/notesMaster" Target="/ppt/notesMasters/notesMaster1.xml" Id="R5dbf35d10f56438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b5388b6d8b4b61" /><Relationship Type="http://schemas.openxmlformats.org/officeDocument/2006/relationships/notesMaster" Target="/ppt/notesMasters/notesMaster1.xml" Id="R069240b05cf04a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89a89bfe0464d01" /><Relationship Type="http://schemas.openxmlformats.org/officeDocument/2006/relationships/notesMaster" Target="/ppt/notesMasters/notesMaster1.xml" Id="R8a6c014a307e4c4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8484eea0b4141f6" /><Relationship Type="http://schemas.openxmlformats.org/officeDocument/2006/relationships/notesMaster" Target="/ppt/notesMasters/notesMaster1.xml" Id="R98009e1faba04c8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425d0152347419b" /><Relationship Type="http://schemas.openxmlformats.org/officeDocument/2006/relationships/notesMaster" Target="/ppt/notesMasters/notesMaster1.xml" Id="R96afda5afee04c8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f1778b2eadd4975" /><Relationship Type="http://schemas.openxmlformats.org/officeDocument/2006/relationships/notesMaster" Target="/ppt/notesMasters/notesMaster1.xml" Id="R9315b106a73c48f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89fc3dc986d49c6" /><Relationship Type="http://schemas.openxmlformats.org/officeDocument/2006/relationships/notesMaster" Target="/ppt/notesMasters/notesMaster1.xml" Id="R444c7b2e693e425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cbb6b5469fc4bb3" /><Relationship Type="http://schemas.openxmlformats.org/officeDocument/2006/relationships/notesMaster" Target="/ppt/notesMasters/notesMaster1.xml" Id="R74b4b2e2051b41e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ea7e9772954381" /><Relationship Type="http://schemas.openxmlformats.org/officeDocument/2006/relationships/notesMaster" Target="/ppt/notesMasters/notesMaster1.xml" Id="Rc035bc31ce25442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6e3338fa2c44b22" /><Relationship Type="http://schemas.openxmlformats.org/officeDocument/2006/relationships/notesMaster" Target="/ppt/notesMasters/notesMaster1.xml" Id="R7d19a527e6534ef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1945f84b4314f16" /><Relationship Type="http://schemas.openxmlformats.org/officeDocument/2006/relationships/notesMaster" Target="/ppt/notesMasters/notesMaster1.xml" Id="Rc9161b0f6da04a4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0c83354cc744d74" /><Relationship Type="http://schemas.openxmlformats.org/officeDocument/2006/relationships/notesMaster" Target="/ppt/notesMasters/notesMaster1.xml" Id="R5c9a50609bcb47d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de265fcfb914c05" /><Relationship Type="http://schemas.openxmlformats.org/officeDocument/2006/relationships/notesMaster" Target="/ppt/notesMasters/notesMaster1.xml" Id="Re16fbc7f0d3d467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8d6cc2e001b45b8" /><Relationship Type="http://schemas.openxmlformats.org/officeDocument/2006/relationships/notesMaster" Target="/ppt/notesMasters/notesMaster1.xml" Id="R3446655752d641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Arrival and resource screen</a:t>
            </a:r>
          </a:p>
          <a:p xmlns:a="http://schemas.openxmlformats.org/drawingml/2006/main">
            <a:r>
              <a:t/>
            </a:r>
          </a:p>
          <a:p xmlns:a="http://schemas.openxmlformats.org/drawingml/2006/main">
            <a:r>
              <a:t>Welcome. The QR code takes you back to the workshop resources. You can download the workbook, presentation, and takeaways now or return to them later. The companion also lets you keep your own notes. We will use fictional examples today, so you do not need an applicant record or an AI account. Keep the workbook or a blank page nearby, and find someone you can talk with during the activities.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 1 minute</a:t>
            </a:r>
          </a:p>
          <a:p xmlns:a="http://schemas.openxmlformats.org/drawingml/2006/main">
            <a:r>
              <a:t/>
            </a:r>
          </a:p>
          <a:p xmlns:a="http://schemas.openxmlformats.org/drawingml/2006/main">
            <a:r>
              <a:t>Today we will look at where AI can help a scholarship team and where a person needs to remain responsible. By the end, I want you to have one limited task to test, a specific evidence check, and policy language your team can discuss. Our cases, rubric, and sample outputs are fictional teaching examples. We have a 60-minute core with 30 more minutes available for practice and discussion. You can participate on paper or in the companion. You do not need to run a live AI tool.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1 · 2 minutes · Individual vote, then pairs</a:t>
            </a:r>
          </a:p>
          <a:p xmlns:a="http://schemas.openxmlformats.org/drawingml/2006/main">
            <a:r>
              <a:t/>
            </a:r>
          </a:p>
          <a:p xmlns:a="http://schemas.openxmlformats.org/drawingml/2006/main">
            <a:r>
              <a:t>Start with your own judgment. Which task gives AI the most influence over who receives an award: flagging a missing transcript, summarizing leadership evidence, or ranking finalists? Choose A, B, or C, then tell a partner what could go wrong. I will take two responses. Ranking finalists puts the model closest to the award decision. A summary can also change a decision by leaving out evidence or adding a claim. Even a missing-document flag needs a person to check the actual requirements and exceptions. What would you need to verify before acting?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2 minutes</a:t>
            </a:r>
          </a:p>
          <a:p xmlns:a="http://schemas.openxmlformats.org/drawingml/2006/main">
            <a:r>
              <a:t/>
            </a:r>
          </a:p>
          <a:p xmlns:a="http://schemas.openxmlformats.org/drawingml/2006/main">
            <a:r>
              <a:t>Here is a boundary we can discuss for local practice. AI may assist with organizing files and inventories. When it maps quotations to a rubric, someone needs to check the source and the match. People remain responsible for awards, exceptions, and appeals. This is a suggested workshop boundary that your organization can adapt to its requirements. The question is who has authority to approve the work, correct an error, and stop the process. Keep those responsibilities in mind as we sort some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2 · 3 minutes · Pairs</a:t>
            </a:r>
          </a:p>
          <a:p xmlns:a="http://schemas.openxmlformats.org/drawingml/2006/main">
            <a:r>
              <a:t/>
            </a:r>
          </a:p>
          <a:p xmlns:a="http://schemas.openxmlformats.org/drawingml/2006/main">
            <a:r>
              <a:t>With a partner, assign each task to ASSIST, CHECK, or HUMAN. Then add a safeguard that someone could actually carry out. You have two minutes, and we will use the last minute to compare one choice you debated. A missing-reference list may fit ASSIST, with staff confirming requirements and exceptions. Linking a quote to a criterion needs CHECK, including the exact wording and location. A deadline waiver and recipient selection need a human decision. A stricter category can make sense if you can explain it. I am listening for a concrete safeguard and an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3 minutes</a:t>
            </a:r>
          </a:p>
          <a:p xmlns:a="http://schemas.openxmlformats.org/drawingml/2006/main">
            <a:r>
              <a:t/>
            </a:r>
          </a:p>
          <a:p xmlns:a="http://schemas.openxmlformats.org/drawingml/2006/main">
            <a:r>
              <a:t>Before anything is uploaded, we need two conditions. First, the organization approves the service, the task, and the information involved. Check access, retention, reuse, and how an exposure would be reported. Second, supply only what the task needs. For a rubric check, that may mean an application code, a relevant excerpt, a criterion, and a source pointer. A home address or full birth date usually adds nothing to that task. Removing a name does not guarantee anonymity or make an unapproved tool acceptable. We will keep our workshop examples fictional.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NIST AI 600-1: https://doi.org/10.6028/NIST.AI.600-1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Resource reminder</a:t>
            </a:r>
          </a:p>
          <a:p xmlns:a="http://schemas.openxmlformats.org/drawingml/2006/main">
            <a:r>
              <a:t/>
            </a:r>
          </a:p>
          <a:p xmlns:a="http://schemas.openxmlformats.org/drawingml/2006/main">
            <a:r>
              <a:t>Here is the resource link again. If you have just joined us, scan the QR code and open the workbook or companion. Keep any real applicant information out of the practice. We are moving from deciding what AI may do to writing a request whose result a reviewer can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2 minutes</a:t>
            </a:r>
          </a:p>
          <a:p xmlns:a="http://schemas.openxmlformats.org/drawingml/2006/main">
            <a:r>
              <a:t/>
            </a:r>
          </a:p>
          <a:p xmlns:a="http://schemas.openxmlformats.org/drawingml/2006/main">
            <a:r>
              <a:t>A checkable prompt makes four things visible: the task, the source, the evidence requirement, and the limit on AI authority. Use one excerpt and one published criterion. Supply the actual rubric and ask for an exact quote, a location, and any missing evidence. State that the tool must not infer personal traits, rank applicants, or recommend awards. Those instructions help us inspect the response, but they do not guarantee it will be correct. A person still checks the source. The take-home prompt gives you a fuller version to adapt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3 · 4 minutes · Pairs</a:t>
            </a:r>
          </a:p>
          <a:p xmlns:a="http://schemas.openxmlformats.org/drawingml/2006/main">
            <a:r>
              <a:t/>
            </a:r>
          </a:p>
          <a:p xmlns:a="http://schemas.openxmlformats.org/drawingml/2006/main">
            <a:r>
              <a:t>Here is our weak request: Review all applications and choose the strongest students. With your partner, replace it with something a reviewer could inspect. Name one criterion and the text it comes from. Ask for a quote and a gap. Limit what AI may decide. Use the fictional community-engagement rubric in your workbook, or a criterion you can state precisely. Take two minutes to write, then exchange with another pair for one minute. Could you verify every requested output? We will finish with one useful repair. Keep real application information out of this exercise.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rubric · 2 minutes</a:t>
            </a:r>
          </a:p>
          <a:p xmlns:a="http://schemas.openxmlformats.org/drawingml/2006/main">
            <a:r>
              <a:t/>
            </a:r>
          </a:p>
          <a:p xmlns:a="http://schemas.openxmlformats.org/drawingml/2006/main">
            <a:r>
              <a:t>For the next two cases, we all need the same anchor. This is an invented teaching rubric. Zero means no relevant activity appears. One means an activity is named but the applicant's role is unclear. Two means the contribution is specific. Three requires a specific contribution and a supported result. To choose three, we must actually find evidence of a result. Smooth writing or a prestigious activity does not supply that missing evidence. A statement in an application is still applicant-reported. Real scholarship programs should use their own published criteria and anchors.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4 · 5 minutes · Pairs</a:t>
            </a:r>
          </a:p>
          <a:p xmlns:a="http://schemas.openxmlformats.org/drawingml/2006/main">
            <a:r>
              <a:t/>
            </a:r>
          </a:p>
          <a:p xmlns:a="http://schemas.openxmlformats.org/drawingml/2006/main">
            <a:r>
              <a:t>Read A17, paragraph two, and the sample AI summary. Take one quiet minute to mark what the excerpt supports. Then compare with your partner, rewrite the summary, and choose an anchor. We will debrief after five minutes. The source supports organizing twelve weekend tutoring sessions and recruiting two volunteers. It does not establish founding a program, serving 120 students, or improving grades by twenty percent. Strong leadership is also an unsupported trait judgment here. Under our teaching anchor, two out of three fits the specific contribution. What evidence would show the result of those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 3 minutes</a:t>
            </a:r>
          </a:p>
          <a:p xmlns:a="http://schemas.openxmlformats.org/drawingml/2006/main">
            <a:r>
              <a:t/>
            </a:r>
          </a:p>
          <a:p xmlns:a="http://schemas.openxmlformats.org/drawingml/2006/main">
            <a:r>
              <a:t>Here is a handoff someone else can inspect. It keeps a quotation, the source location, and an unanswered question together. Our provisional reading is two out of three because the role is specific and result evidence is missing. That is a reading of an applicant-reported excerpt, not independent verification of the event or an award recommendation. The full quotation also mentions recruiting two volunteers. A reviewer should be able to return to paragraph two and see that. Which part of this record would help the next person catch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5 · 4 minutes · Individual, then pairs</a:t>
            </a:r>
          </a:p>
          <a:p xmlns:a="http://schemas.openxmlformats.org/drawingml/2006/main">
            <a:r>
              <a:t/>
            </a:r>
          </a:p>
          <a:p xmlns:a="http://schemas.openxmlformats.org/drawingml/2006/main">
            <a:r>
              <a:t>Score A and B independently using the same anchor. Then compare with your partner. Did your scores differ, and which evidence explains the difference? Both describe coordinating twelve tutoring sessions and recruiting two volunteers. Neither supplies evidence of a result. Under this teaching rubric, both support two out of three. If we scored them differently because of vocabulary or polish, we need to examine that judgment. This one exercise does not establish that a workflow is fair. It shows why we should test varied fictional cases, compare omissions and judgments, correct the process, and retest.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2 minutes</a:t>
            </a:r>
          </a:p>
          <a:p xmlns:a="http://schemas.openxmlformats.org/drawingml/2006/main">
            <a:r>
              <a:t/>
            </a:r>
          </a:p>
          <a:p xmlns:a="http://schemas.openxmlformats.org/drawingml/2006/main">
            <a:r>
              <a:t>Now put an owner at each step. Staff receive the materials and check requirements and exceptions. They confirm approval and minimize the data. Approved assistance may organize files and map quotations. A reviewer verifies that work and corrects the record. The committee then makes the decision, records reasons, and keeps a reconsideration route. At each handoff, ask who can correct an error. When you return to your team, replace the general word staff with the actual role responsible for that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6 · 4 minutes · Small groups</a:t>
            </a:r>
          </a:p>
          <a:p xmlns:a="http://schemas.openxmlformats.org/drawingml/2006/main">
            <a:r>
              <a:t/>
            </a:r>
          </a:p>
          <a:p xmlns:a="http://schemas.openxmlformats.org/drawingml/2006/main">
            <a:r>
              <a:t>In a small group, sort four applicant uses: permit, prohibit, or needs a clearer local rule. Proofreading a truthful draft and translating an applicant's own statement may be allowed under your policy. Inventing an achievement conflicts with truthful claims. Drafting most of an essay from truthful notes raises a separate question about authorship assistance. Decide what your proposed policy would require applicants to disclose. There is no universal disclosure rule in this exercise. Use two minutes to sort, one to decide disclosure, and one to share. Mark any choice your organization still needs to resolve.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2 minutes</a:t>
            </a:r>
          </a:p>
          <a:p xmlns:a="http://schemas.openxmlformats.org/drawingml/2006/main">
            <a:r>
              <a:t/>
            </a:r>
          </a:p>
          <a:p xmlns:a="http://schemas.openxmlformats.org/drawingml/2006/main">
            <a:r>
              <a:t>A detector can flag human-written text, and it can miss AI-generated text. These are possible classification errors, not measured rates shown by this illustration. A flag by itself cannot establish authorship or a policy violation. An unflagged result cannot prove authorship either. Turnitin's guidance cautions that its report should not be the sole basis for adverse action against a student. Here we are applying that caution to a suggested scholarship-review practice. Return to the actual evidence and the published rule before deciding what to do.</a:t>
            </a:r>
          </a:p>
          <a:p xmlns:a="http://schemas.openxmlformats.org/drawingml/2006/main">
            <a:r>
              <a:t/>
            </a:r>
          </a:p>
          <a:p xmlns:a="http://schemas.openxmlformats.org/drawingml/2006/main">
            <a:r>
              <a:t>Sources:</a:t>
            </a:r>
          </a:p>
          <a:p xmlns:a="http://schemas.openxmlformats.org/drawingml/2006/main">
            <a:r>
              <a:t/>
            </a:r>
          </a:p>
          <a:p xmlns:a="http://schemas.openxmlformats.org/drawingml/2006/main">
            <a:r>
              <a:t>Turnitin AI Writing Report guidance: https://guides.turnitin.com/hc/en-us/articles/22774058814093-Using-the-AI-Writing-Report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7 · 4 minutes · Groups of three</a:t>
            </a:r>
          </a:p>
          <a:p xmlns:a="http://schemas.openxmlformats.org/drawingml/2006/main">
            <a:r>
              <a:t/>
            </a:r>
          </a:p>
          <a:p xmlns:a="http://schemas.openxmlformats.org/drawingml/2006/main">
            <a:r>
              <a:t>Form a group of three: reviewer, applicant, and policy observer. In this fictional case, a detector flags the essay, while activities and references agree. The published rule allows proofreading and requires truthful claims. It says nothing about translation or disclosure. Decide the next action, the evidence needed, and one neutral question. You have thirty seconds to read, two minutes to discuss, and ninety seconds to report. A question could be: Can you describe the help you used and how you checked the claims? Do not assume misconduct or add a disclosure requirement after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 2 minutes</a:t>
            </a:r>
          </a:p>
          <a:p xmlns:a="http://schemas.openxmlformats.org/drawingml/2006/main">
            <a:r>
              <a:t/>
            </a:r>
          </a:p>
          <a:p xmlns:a="http://schemas.openxmlformats.org/drawingml/2006/main">
            <a:r>
              <a:t>Our suggested response starts by pausing automatic penalties. Check the source evidence and the rule that applicants could read. Invite clarification when appropriate, and record the human decision with its reasons and reconsideration route. Someone needs authority to correct a mistaken record. Use consistent, proportionate steps across cases. The detector score does not decide the outcome. What would your team need to document so another person could understand both the concern and the reason for the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2 minutes</a:t>
            </a:r>
          </a:p>
          <a:p xmlns:a="http://schemas.openxmlformats.org/drawingml/2006/main">
            <a:r>
              <a:t/>
            </a:r>
          </a:p>
          <a:p xmlns:a="http://schemas.openxmlformats.org/drawingml/2006/main">
            <a:r>
              <a:t>The first rule leaves applicants guessing about what counts as AI-generated. The more specific example names brainstorming, outlining, and proofreading. It asks applicants to write their own statement, verify claims, and disclose the tool and type of help. It also explains human review and reconsideration. This is illustrative language for local adaptation. Your organization still needs to decide about translation, where disclosure goes, who handles questions, and which deadlines apply. Publish those choices before applications open. We will now turn them into sentences someone can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8 · 6 minutes · Small groups</a:t>
            </a:r>
          </a:p>
          <a:p xmlns:a="http://schemas.openxmlformats.org/drawingml/2006/main">
            <a:r>
              <a:t/>
            </a:r>
          </a:p>
          <a:p xmlns:a="http://schemas.openxmlformats.org/drawingml/2006/main">
            <a:r>
              <a:t>Write three sentences with your group. For applicants, name allowed help, truthful work, and disclosure. For reviewers, name the approved task and service, the evidence check, and the owner. For concerns, explain evidence review, clarification, and reconsideration. Spend three minutes writing, then two minutes exchanging and revising with another group. We will use the last minute to hear one useful example. Mark one unresolved local choice. The next three slides offer samples for comparison. Ask whether a new applicant or staff member could act on your sentence without guessing.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8 sample · Within the policy discussion</a:t>
            </a:r>
          </a:p>
          <a:p xmlns:a="http://schemas.openxmlformats.org/drawingml/2006/main">
            <a:r>
              <a:t/>
            </a:r>
          </a:p>
          <a:p xmlns:a="http://schemas.openxmlformats.org/drawingml/2006/main">
            <a:r>
              <a:t>Here is one applicant example. You may use AI to brainstorm, outline, or proofread, but you must write your own statement, verify each claim, and disclose the tool and type of help. It names the assistance, keeps responsibility for the statement and claims with the applicant, and explains what disclosure includes. Your organization still needs to say where and when that disclosure happens. Compare this with your sentence. Which choice would you need to make before publishing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8 sample · Within the policy discussion</a:t>
            </a:r>
          </a:p>
          <a:p xmlns:a="http://schemas.openxmlformats.org/drawingml/2006/main">
            <a:r>
              <a:t/>
            </a:r>
          </a:p>
          <a:p xmlns:a="http://schemas.openxmlformats.org/drawingml/2006/main">
            <a:r>
              <a:t>This reviewer example limits assistance to evidence extraction in an approved service. It gives the assigned reviewer responsibility for checking every quote and source before the committee acts. Those details make the rule usable: a task, a service boundary, a check, and an owner. Your team still needs to name the actual service and assign the reviewer. If a quotation or source cannot be verified, the committee should not rely on it. What would make that responsibility clear in your own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8 sample · Within the policy discussion</a:t>
            </a:r>
          </a:p>
          <a:p xmlns:a="http://schemas.openxmlformats.org/drawingml/2006/main">
            <a:r>
              <a:t/>
            </a:r>
          </a:p>
          <a:p xmlns:a="http://schemas.openxmlformats.org/drawingml/2006/main">
            <a:r>
              <a:t>For concerns, the sample starts with the evidence and the published rule. It allows clarification when appropriate and gives a contact for reconsideration. That makes the next step visible to both staff and applicants. Your organization needs to fill in the contact, review steps, and response timeline. Compare your draft with this example. Could a person tell how to raise a question, what staff would check, and how to request another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 2 minutes</a:t>
            </a:r>
          </a:p>
          <a:p xmlns:a="http://schemas.openxmlformats.org/drawingml/2006/main">
            <a:r>
              <a:t/>
            </a:r>
          </a:p>
          <a:p xmlns:a="http://schemas.openxmlformats.org/drawingml/2006/main">
            <a:r>
              <a:t>Here is an illustrative four-week pilot. In week one, choose one limited task and one owner. In week two, test fictional cases and log errors. In week three, compare the results, correct the workflow, and retest. In week four, decide whether to proceed, revise, or stop. Agree on success criteria before the test. Faster work with unacceptable errors is not ready to advance. Before any real applicant information is used, confirm approval for the service and data, verification ownership, retention, and readiness of the published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9 · 2 minutes · Individual, then pairs</a:t>
            </a:r>
          </a:p>
          <a:p xmlns:a="http://schemas.openxmlformats.org/drawingml/2006/main">
            <a:r>
              <a:t/>
            </a:r>
          </a:p>
          <a:p xmlns:a="http://schemas.openxmlformats.org/drawingml/2006/main">
            <a:r>
              <a:t>Write a commitment a colleague could follow. Name one task you will test, the specific check a person must perform, and who will do it by what date. Take one minute to write and one to share with a partner. If a pilot is premature, clarifying a published rule or identifying the service owner is a valid next task. Take your three policy sentences back to your team. What evidence would help you trust the process enough to continue, and what error would make you pause?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Take-home reference</a:t>
            </a:r>
          </a:p>
          <a:p xmlns:a="http://schemas.openxmlformats.org/drawingml/2006/main">
            <a:r>
              <a:t/>
            </a:r>
          </a:p>
          <a:p xmlns:a="http://schemas.openxmlformats.org/drawingml/2006/main">
            <a:r>
              <a:t>This take-home prompt is a starting point. Supply the excerpt, the published criterion and anchors, an application code, and a source pointer. Ask for an exact quote, its location, missing evidence, and a neutral follow-up question. If the evidence is absent, the response should say not provided. Keep the boundary explicit: no invented facts, trait inferences, rankings, or award recommendations. A person verifies each finding before it is used. Use fictional information for practice and your organization's authorized service and information for any approved work.</a:t>
            </a:r>
          </a:p>
          <a:p xmlns:a="http://schemas.openxmlformats.org/drawingml/2006/main">
            <a:r>
              <a:t/>
            </a:r>
          </a:p>
          <a:p xmlns:a="http://schemas.openxmlformats.org/drawingml/2006/main">
            <a:r>
              <a:t>Copyable prompt:</a:t>
            </a:r>
          </a:p>
          <a:p xmlns:a="http://schemas.openxmlformats.org/drawingml/2006/main">
            <a:r>
              <a:t/>
            </a:r>
          </a:p>
          <a:p xmlns:a="http://schemas.openxmlformats.org/drawingml/2006/main">
            <a:r>
              <a:t>Using only the supplied excerpt and published rubric, compare the evidence with one criterion. Return a table containing the criterion, an exact quotation, the quotation's source location, missing evidence, and one neutral follow-up question. If evidence is absent, write 'not provided.' Do not invent facts, infer personal traits, rank applicants, or recommend awards. A human reviewer will verify each quote, source, and connection to the rubric before any use.</a:t>
            </a:r>
          </a:p>
          <a:p xmlns:a="http://schemas.openxmlformats.org/drawingml/2006/main">
            <a:r>
              <a:t/>
            </a:r>
          </a:p>
          <a:p xmlns:a="http://schemas.openxmlformats.org/drawingml/2006/main">
            <a:r>
              <a:t>Application code: [code]</a:t>
            </a:r>
          </a:p>
          <a:p xmlns:a="http://schemas.openxmlformats.org/drawingml/2006/main">
            <a:r>
              <a:t>Source pointer: [document and paragraph]</a:t>
            </a:r>
          </a:p>
          <a:p xmlns:a="http://schemas.openxmlformats.org/drawingml/2006/main">
            <a:r>
              <a:t>Approved excerpt: [text]</a:t>
            </a:r>
          </a:p>
          <a:p xmlns:a="http://schemas.openxmlformats.org/drawingml/2006/main">
            <a:r>
              <a:t>Published criterion and scoring anchors: [rubric]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Take-home reference</a:t>
            </a:r>
          </a:p>
          <a:p xmlns:a="http://schemas.openxmlformats.org/drawingml/2006/main">
            <a:r>
              <a:t/>
            </a:r>
          </a:p>
          <a:p xmlns:a="http://schemas.openxmlformats.org/drawingml/2006/main">
            <a:r>
              <a:t>These are starting points for a local discussion. The NIST Generative AI Profile is a voluntary risk-management resource. Turnitin explains its writing report and the need for human judgment about possible misclassification. Pair these references with your organization's published rules and approved-tool requirements. Our cases, sample summary, rubric, policy language, and four-week plan are teaching examples. Use them with the colleagues who own the actual process, and adapt them before any real use.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NIST AI 600-1: https://doi.org/10.6028/NIST.AI.600-1</a:t>
            </a:r>
          </a:p>
          <a:p xmlns:a="http://schemas.openxmlformats.org/drawingml/2006/main">
            <a:r>
              <a:t/>
            </a:r>
          </a:p>
          <a:p xmlns:a="http://schemas.openxmlformats.org/drawingml/2006/main">
            <a:r>
              <a:t>Turnitin AI Writing Report guidance: https://guides.turnitin.com/hc/en-us/articles/22774058814093-Using-the-AI-Writing-Report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screen</a:t>
            </a:r>
          </a:p>
          <a:p xmlns:a="http://schemas.openxmlformats.org/drawingml/2006/main">
            <a:r>
              <a:t/>
            </a:r>
          </a:p>
          <a:p xmlns:a="http://schemas.openxmlformats.org/drawingml/2006/main">
            <a:r>
              <a:t>Scan the QR code to return to the handouts, or save the workshop address now. You can keep the workbook, presentation, takeaways, and your companion notes. Before you leave, share your next task and human check with a colleague. Bring the unresolved policy choices back to the people who can decide them. Thank you for working through the evidence and the decisions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6edca52e2c04a6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798afe69d64f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efc651724fe4c7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2ca9c2571d845e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f97fe778884b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56803501ca349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828132-B508-4487-A374-59B9EFE414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D978AE4-49B6-491A-84D9-A3C94186568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D557488-5472-4BE4-A0B7-4B7419160B6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71A6FE-A1F1-4593-8154-676C38540D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6C3B7EE-B944-4CB0-AB45-24AE2051727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CAA77F8-5978-4706-A075-B909715660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2879973-D043-4A29-9C7B-C28D628158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8F7F685-A009-4AB1-8280-0BCAB8031C5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ECE23F-FA9A-4C82-B40E-B795300C2A4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FB7EFD-1186-4492-A809-5A8FC04B542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3418b9dbb04afd" /><Relationship Type="http://schemas.openxmlformats.org/officeDocument/2006/relationships/slideLayout" Target="/ppt/slideLayouts/slideLayout1.xml" Id="R305aa46187e34804" /><Relationship Type="http://schemas.openxmlformats.org/officeDocument/2006/relationships/slideLayout" Target="/ppt/slideLayouts/slideLayout2.xml" Id="Rd1a15f8758fe42e7" /><Relationship Type="http://schemas.openxmlformats.org/officeDocument/2006/relationships/slideLayout" Target="/ppt/slideLayouts/slideLayout3.xml" Id="R309d69b496d04f9a" /><Relationship Type="http://schemas.openxmlformats.org/officeDocument/2006/relationships/slideLayout" Target="/ppt/slideLayouts/slideLayout4.xml" Id="R539037dd803e4f8c" /><Relationship Type="http://schemas.openxmlformats.org/officeDocument/2006/relationships/slideLayout" Target="/ppt/slideLayouts/slideLayout5.xml" Id="Rd1930c3dbcf14089" /><Relationship Type="http://schemas.openxmlformats.org/officeDocument/2006/relationships/slideLayout" Target="/ppt/slideLayouts/slideLayout6.xml" Id="R8ca0752bd0264c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5aa46187e34804"/>
    <p:sldLayoutId xmlns:r="http://schemas.openxmlformats.org/officeDocument/2006/relationships" id="2147483650" r:id="Rd1a15f8758fe42e7"/>
    <p:sldLayoutId xmlns:r="http://schemas.openxmlformats.org/officeDocument/2006/relationships" id="2147483651" r:id="R309d69b496d04f9a"/>
    <p:sldLayoutId xmlns:r="http://schemas.openxmlformats.org/officeDocument/2006/relationships" id="2147483652" r:id="R539037dd803e4f8c"/>
    <p:sldLayoutId xmlns:r="http://schemas.openxmlformats.org/officeDocument/2006/relationships" id="2147483653" r:id="Rd1930c3dbcf14089"/>
    <p:sldLayoutId xmlns:r="http://schemas.openxmlformats.org/officeDocument/2006/relationships" id="2147483654" r:id="R8ca0752bd0264c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5.xml" Id="R91cc74d1256f4386" /><Relationship Type="http://schemas.openxmlformats.org/officeDocument/2006/relationships/image" Target="/ppt/media/image.png" Id="R93eab5d8967545be" /><Relationship Type="http://schemas.openxmlformats.org/officeDocument/2006/relationships/image" Target="/ppt/media/image2.png" Id="R58cc4857381c4c53" /><Relationship Type="http://schemas.openxmlformats.org/officeDocument/2006/relationships/image" Target="/ppt/media/image3.png" Id="R019cf63232c14a9c" /><Relationship Type="http://schemas.openxmlformats.org/officeDocument/2006/relationships/image" Target="/ppt/media/image4.png" Id="R9d08be8634dd4c3d" /><Relationship Type="http://schemas.openxmlformats.org/officeDocument/2006/relationships/notesSlide" Target="/ppt/notesSlides/notesSlide1.xml" Id="R9187098a927d46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44d8f6a54e940b0" /><Relationship Type="http://schemas.openxmlformats.org/officeDocument/2006/relationships/image" Target="/ppt/media/image5.png" Id="R0db9668a8dc34aff" /><Relationship Type="http://schemas.openxmlformats.org/officeDocument/2006/relationships/image" Target="/ppt/media/image6.png" Id="R19ae0a7e8fc74e6b" /><Relationship Type="http://schemas.openxmlformats.org/officeDocument/2006/relationships/notesSlide" Target="/ppt/notesSlides/notesSlide2.xml" Id="R209f4298b97942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50577728aa24411" /><Relationship Type="http://schemas.openxmlformats.org/officeDocument/2006/relationships/image" Target="/ppt/media/image7.png" Id="R862ff9ce71214a82" /><Relationship Type="http://schemas.openxmlformats.org/officeDocument/2006/relationships/notesSlide" Target="/ppt/notesSlides/notesSlide3.xml" Id="R94c2fab22ad54d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9ce18b76483464a" /><Relationship Type="http://schemas.openxmlformats.org/officeDocument/2006/relationships/image" Target="/ppt/media/image8.png" Id="R37bae524f3bc4364" /><Relationship Type="http://schemas.openxmlformats.org/officeDocument/2006/relationships/image" Target="/ppt/media/image9.png" Id="Re8fd783326cc4a77" /><Relationship Type="http://schemas.openxmlformats.org/officeDocument/2006/relationships/notesSlide" Target="/ppt/notesSlides/notesSlide4.xml" Id="Re6c4cfe349a44d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ad851f0efa64f1a" /><Relationship Type="http://schemas.openxmlformats.org/officeDocument/2006/relationships/image" Target="/ppt/media/image10.png" Id="R30681396eb764813" /><Relationship Type="http://schemas.openxmlformats.org/officeDocument/2006/relationships/notesSlide" Target="/ppt/notesSlides/notesSlide5.xml" Id="R9134bfe32f4a42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f7b8fc528b74869" /><Relationship Type="http://schemas.openxmlformats.org/officeDocument/2006/relationships/image" Target="/ppt/media/image11.png" Id="R7bdc671ca5714417" /><Relationship Type="http://schemas.openxmlformats.org/officeDocument/2006/relationships/image" Target="/ppt/media/image12.png" Id="Ra8aa204fc0ea42a0" /><Relationship Type="http://schemas.openxmlformats.org/officeDocument/2006/relationships/notesSlide" Target="/ppt/notesSlides/notesSlide6.xml" Id="R85b7ecae790a4de2" /></Relationships>
</file>

<file path=ppt/slides/_rels/slide7.xml.rels>&#65279;<?xml version="1.0" encoding="utf-8"?><Relationships xmlns="http://schemas.openxmlformats.org/package/2006/relationships"><Relationship Type="http://schemas.openxmlformats.org/officeDocument/2006/relationships/slideLayout" Target="/ppt/slideLayouts/slideLayout5.xml" Id="R08a98bab2f514a67" /><Relationship Type="http://schemas.openxmlformats.org/officeDocument/2006/relationships/image" Target="/ppt/media/image.png" Id="Rd4271784ba254d7b" /><Relationship Type="http://schemas.openxmlformats.org/officeDocument/2006/relationships/image" Target="/ppt/media/image2.png" Id="R995f0901324f44c1" /><Relationship Type="http://schemas.openxmlformats.org/officeDocument/2006/relationships/image" Target="/ppt/media/image3.png" Id="R7f9cb66b27ae4f05" /><Relationship Type="http://schemas.openxmlformats.org/officeDocument/2006/relationships/image" Target="/ppt/media/image4.png" Id="R8097a79e3aa94314" /><Relationship Type="http://schemas.openxmlformats.org/officeDocument/2006/relationships/notesSlide" Target="/ppt/notesSlides/notesSlide7.xml" Id="R72b41f3afa864e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f9504d3441e4823" /><Relationship Type="http://schemas.openxmlformats.org/officeDocument/2006/relationships/image" Target="/ppt/media/image13.png" Id="Rcd066c1cbb3c4dc6" /><Relationship Type="http://schemas.openxmlformats.org/officeDocument/2006/relationships/image" Target="/ppt/media/image14.png" Id="R2d1e65458af94bfe" /><Relationship Type="http://schemas.openxmlformats.org/officeDocument/2006/relationships/notesSlide" Target="/ppt/notesSlides/notesSlide8.xml" Id="Rf200ea6c2652439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52e8495b014d33" /><Relationship Type="http://schemas.openxmlformats.org/officeDocument/2006/relationships/image" Target="/ppt/media/image15.png" Id="Rebc01d3258274926" /><Relationship Type="http://schemas.openxmlformats.org/officeDocument/2006/relationships/notesSlide" Target="/ppt/notesSlides/notesSlide9.xml" Id="R850e644abadd48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cf3b59fbd72487f" /><Relationship Type="http://schemas.openxmlformats.org/officeDocument/2006/relationships/image" Target="/ppt/media/image16.png" Id="Rbe4f32ea71444f72" /><Relationship Type="http://schemas.openxmlformats.org/officeDocument/2006/relationships/notesSlide" Target="/ppt/notesSlides/notesSlide10.xml" Id="R67492441f15749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e1e25c62c274303" /><Relationship Type="http://schemas.openxmlformats.org/officeDocument/2006/relationships/image" Target="/ppt/media/image17.png" Id="R26b11311455449d0" /><Relationship Type="http://schemas.openxmlformats.org/officeDocument/2006/relationships/notesSlide" Target="/ppt/notesSlides/notesSlide11.xml" Id="R2755805de0064c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6341dde0fbb4f6e" /><Relationship Type="http://schemas.openxmlformats.org/officeDocument/2006/relationships/image" Target="/ppt/media/image18.png" Id="Rba595304e2d64318" /><Relationship Type="http://schemas.openxmlformats.org/officeDocument/2006/relationships/image" Target="/ppt/media/image19.png" Id="R85aa5a05d2d4458a" /><Relationship Type="http://schemas.openxmlformats.org/officeDocument/2006/relationships/notesSlide" Target="/ppt/notesSlides/notesSlide12.xml" Id="R3c2e3cd908a5498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20df2701c514cc4" /><Relationship Type="http://schemas.openxmlformats.org/officeDocument/2006/relationships/image" Target="/ppt/media/image20.png" Id="R7c80de691a374ff2" /><Relationship Type="http://schemas.openxmlformats.org/officeDocument/2006/relationships/notesSlide" Target="/ppt/notesSlides/notesSlide13.xml" Id="Rdb8985c930e94b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561cddeac914366" /><Relationship Type="http://schemas.openxmlformats.org/officeDocument/2006/relationships/image" Target="/ppt/media/image21.png" Id="Rd63e0a17ce6345d4" /><Relationship Type="http://schemas.openxmlformats.org/officeDocument/2006/relationships/notesSlide" Target="/ppt/notesSlides/notesSlide14.xml" Id="R0d2e000de4f744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78dfa7471bb4b5e" /><Relationship Type="http://schemas.openxmlformats.org/officeDocument/2006/relationships/image" Target="/ppt/media/image22.png" Id="Ra41f01c3a5ac4bfa" /><Relationship Type="http://schemas.openxmlformats.org/officeDocument/2006/relationships/notesSlide" Target="/ppt/notesSlides/notesSlide15.xml" Id="R259f156297a4403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6faeac49a454838" /><Relationship Type="http://schemas.openxmlformats.org/officeDocument/2006/relationships/image" Target="/ppt/media/image23.png" Id="R588f65f7a63e4db2" /><Relationship Type="http://schemas.openxmlformats.org/officeDocument/2006/relationships/hyperlink" Target="https://guides.turnitin.com/hc/en-us/articles/22774058814093-Using-the-AI-Writing-Report" TargetMode="External" Id="Rd7fb2a33721c47db" /><Relationship Type="http://schemas.openxmlformats.org/officeDocument/2006/relationships/image" Target="/ppt/media/image24.png" Id="R54ca4cf9fe7e41d0" /><Relationship Type="http://schemas.openxmlformats.org/officeDocument/2006/relationships/notesSlide" Target="/ppt/notesSlides/notesSlide16.xml" Id="R0f4c8416a78849f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0771ca338594fb5" /><Relationship Type="http://schemas.openxmlformats.org/officeDocument/2006/relationships/image" Target="/ppt/media/image25.png" Id="R12d89b9a99324505" /><Relationship Type="http://schemas.openxmlformats.org/officeDocument/2006/relationships/image" Target="/ppt/media/image26.png" Id="R311a8eb22c5547b5" /><Relationship Type="http://schemas.openxmlformats.org/officeDocument/2006/relationships/notesSlide" Target="/ppt/notesSlides/notesSlide17.xml" Id="R6dbc1e6b1af744b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415d987625b4f12" /><Relationship Type="http://schemas.openxmlformats.org/officeDocument/2006/relationships/image" Target="/ppt/media/image27.png" Id="R5ff77de841224aa5" /><Relationship Type="http://schemas.openxmlformats.org/officeDocument/2006/relationships/notesSlide" Target="/ppt/notesSlides/notesSlide18.xml" Id="Rd3b080dfb9b84bd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a4bc153afd4473e" /><Relationship Type="http://schemas.openxmlformats.org/officeDocument/2006/relationships/image" Target="/ppt/media/image28.png" Id="R4945689b0bb74675" /><Relationship Type="http://schemas.openxmlformats.org/officeDocument/2006/relationships/notesSlide" Target="/ppt/notesSlides/notesSlide19.xml" Id="Raccd4789bfdb4b4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24d1c15f52f448c" /><Relationship Type="http://schemas.openxmlformats.org/officeDocument/2006/relationships/image" Target="/ppt/media/image29.png" Id="R5fccc06efaed42dd" /><Relationship Type="http://schemas.openxmlformats.org/officeDocument/2006/relationships/notesSlide" Target="/ppt/notesSlides/notesSlide20.xml" Id="R8710e6f4f2d948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bfcc650548640cb" /><Relationship Type="http://schemas.openxmlformats.org/officeDocument/2006/relationships/image" Target="/ppt/media/image28.png" Id="R0534a36a94e544a5" /><Relationship Type="http://schemas.openxmlformats.org/officeDocument/2006/relationships/notesSlide" Target="/ppt/notesSlides/notesSlide21.xml" Id="R55e4c72e4e50441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a64f61946774f15" /><Relationship Type="http://schemas.openxmlformats.org/officeDocument/2006/relationships/image" Target="/ppt/media/image28.png" Id="R855ec8ad46754abb" /><Relationship Type="http://schemas.openxmlformats.org/officeDocument/2006/relationships/notesSlide" Target="/ppt/notesSlides/notesSlide22.xml" Id="R97a7475eb5af49a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c1af4f5e9e94a6b" /><Relationship Type="http://schemas.openxmlformats.org/officeDocument/2006/relationships/image" Target="/ppt/media/image28.png" Id="R4a6bb4759c3e4c4f" /><Relationship Type="http://schemas.openxmlformats.org/officeDocument/2006/relationships/notesSlide" Target="/ppt/notesSlides/notesSlide23.xml" Id="R641f43cbc948445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ae467698eef4275" /><Relationship Type="http://schemas.openxmlformats.org/officeDocument/2006/relationships/image" Target="/ppt/media/image30.png" Id="R1e689798c40b422d" /><Relationship Type="http://schemas.openxmlformats.org/officeDocument/2006/relationships/image" Target="/ppt/media/image31.png" Id="R418425773f574a4f" /><Relationship Type="http://schemas.openxmlformats.org/officeDocument/2006/relationships/notesSlide" Target="/ppt/notesSlides/notesSlide24.xml" Id="R845e7f119a4a44a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5c6a503a1ef4bde" /><Relationship Type="http://schemas.openxmlformats.org/officeDocument/2006/relationships/image" Target="/ppt/media/image32.png" Id="R6546d395d4bb438a" /><Relationship Type="http://schemas.openxmlformats.org/officeDocument/2006/relationships/notesSlide" Target="/ppt/notesSlides/notesSlide25.xml" Id="R7dda24a7d26e4c5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c5bf3f786b249ee" /><Relationship Type="http://schemas.openxmlformats.org/officeDocument/2006/relationships/image" Target="/ppt/media/image33.png" Id="Rf158fb373b074914" /><Relationship Type="http://schemas.openxmlformats.org/officeDocument/2006/relationships/notesSlide" Target="/ppt/notesSlides/notesSlide26.xml" Id="R776b469061f8436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e4a659ba79a4edf" /><Relationship Type="http://schemas.openxmlformats.org/officeDocument/2006/relationships/image" Target="/ppt/media/image34.png" Id="R89d15961bd0c4663" /><Relationship Type="http://schemas.openxmlformats.org/officeDocument/2006/relationships/hyperlink" Target="https://doi.org/10.6028/NIST.AI.600-1" TargetMode="External" Id="Rb177a2cd78a545eb" /><Relationship Type="http://schemas.openxmlformats.org/officeDocument/2006/relationships/hyperlink" Target="https://guides.turnitin.com/hc/en-us/articles/22774058814093-Using-the-AI-Writing-Report" TargetMode="External" Id="R88b42444d8ac4e29" /><Relationship Type="http://schemas.openxmlformats.org/officeDocument/2006/relationships/notesSlide" Target="/ppt/notesSlides/notesSlide27.xml" Id="R6cfff99a7289412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5.xml" Id="R8edb6b244c3f4359" /><Relationship Type="http://schemas.openxmlformats.org/officeDocument/2006/relationships/image" Target="/ppt/media/image.png" Id="R3837dda8615b4fd2" /><Relationship Type="http://schemas.openxmlformats.org/officeDocument/2006/relationships/image" Target="/ppt/media/image2.png" Id="Ra13be746e3f245e3" /><Relationship Type="http://schemas.openxmlformats.org/officeDocument/2006/relationships/image" Target="/ppt/media/image3.png" Id="R1962c3bc10e7439d" /><Relationship Type="http://schemas.openxmlformats.org/officeDocument/2006/relationships/image" Target="/ppt/media/image4.png" Id="Rb3041acb0e754fe0" /><Relationship Type="http://schemas.openxmlformats.org/officeDocument/2006/relationships/notesSlide" Target="/ppt/notesSlides/notesSlide28.xml" Id="R490c37912525436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BF4A97A-36AF-49EB-820C-1182D7C5CEFB}"/>
              </a:ext>
            </a:extLst>
          </p:cNvPr>
          <p:cNvPicPr>
            <a:picLocks xmlns:a="http://schemas.openxmlformats.org/drawingml/2006/main" noChangeAspect="1"/>
          </p:cNvPicPr>
          <p:nvPr/>
        </p:nvPicPr>
        <p:blipFill>
          <a:blip xmlns:r="http://schemas.openxmlformats.org/officeDocument/2006/relationships" xmlns:a="http://schemas.openxmlformats.org/drawingml/2006/main" r:embed="R93eab5d8967545b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E4ECE23F-FA9A-4C82-B40E-B795300C2A4C}"/>
              </a:ext>
            </a:extLst>
          </p:cNvPr>
          <p:cNvSpPr>
            <a:spLocks xmlns:a="http://schemas.openxmlformats.org/drawingml/2006/main" noGrp="1"/>
          </p:cNvSpPr>
          <p:nvPr>
            <p:ph type="title" idx="0"/>
          </p:nvPr>
        </p:nvSpPr>
        <p:spPr>
          <a:xfrm xmlns:a="http://schemas.openxmlformats.org/drawingml/2006/main">
            <a:off x="156838" y="299936"/>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r>
              <a:t>Session Resources</a:t>
            </a:r>
          </a:p>
        </p:txBody>
      </p:sp>
      <p:sp>
        <p:nvSpPr>
          <p:cNvPr id="4" name="Left column">
            <a:extLst xmlns:a="http://schemas.openxmlformats.org/drawingml/2006/main">
              <a:ext uri="{FF2B5EF4-FFF2-40B4-BE49-F238E27FC236}">
                <a16:creationId xmlns:a16="http://schemas.microsoft.com/office/drawing/2014/main" id="{39FB7EFD-1186-4492-A809-5A8FC04B5421}"/>
              </a:ext>
            </a:extLst>
          </p:cNvPr>
          <p:cNvSpPr>
            <a:spLocks xmlns:a="http://schemas.openxmlformats.org/drawingml/2006/main" noGrp="1"/>
          </p:cNvSpPr>
          <p:nvPr>
            <p:ph type="body" idx="1"/>
          </p:nvPr>
        </p:nvSpPr>
        <p:spPr>
          <a:xfrm xmlns:a="http://schemas.openxmlformats.org/drawingml/2006/main">
            <a:off x="156838" y="1361872"/>
            <a:ext cx="3560324" cy="483140"/>
          </a:xfrm>
          <a:prstGeom xmlns:a="http://schemas.openxmlformats.org/drawingml/2006/main" prst="rect">
            <a:avLst/>
          </a:prstGeom>
          <a:solidFill xmlns:a="http://schemas.openxmlformats.org/drawingml/2006/main">
            <a:srgbClr val="F8D45D"/>
          </a:solidFill>
          <a:ln xmlns:a="http://schemas.openxmlformats.org/drawingml/2006/main">
            <a:noFill/>
            <a:prstDash val="solid"/>
          </a:ln>
        </p:spPr>
        <p:txBody>
          <a:bodyPr xmlns:a="http://schemas.openxmlformats.org/drawingml/2006/main" wrap="square" lIns="0" tIns="0" rIns="0" bIns="0" anchor="t">
            <a:normAutofit fontScale="80056"/>
          </a:bodyPr>
          <a:lstStyle xmlns:a="http://schemas.openxmlformats.org/drawingml/2006/main">
            <a:defPPr algn="ctr">
              <a:defRPr sz="3600" b="1">
                <a:solidFill>
                  <a:schemeClr val="tx1"/>
                </a:solidFill>
                <a:latin typeface="+mn-lt"/>
                <a:ea typeface="+mn-lt"/>
                <a:cs typeface="+mn-lt"/>
              </a:defRPr>
            </a:defPPr>
            <a:lvl1pPr marL="228600" indent="-228600" algn="ctr">
              <a:lnSpc>
                <a:spcPct val="110000"/>
              </a:lnSpc>
              <a:spcBef>
                <a:spcPts val="0"/>
              </a:spcBef>
              <a:spcAft>
                <a:spcPts val="1200"/>
              </a:spcAft>
              <a:buChar char="•"/>
              <a:defRPr sz="3600" b="1">
                <a:solidFill>
                  <a:schemeClr val="tx1"/>
                </a:solidFill>
                <a:latin typeface="+mn-lt"/>
                <a:ea typeface="+mn-lt"/>
                <a:cs typeface="+mn-lt"/>
              </a:defRPr>
            </a:lvl1pPr>
            <a:lvl2pPr marL="533400" indent="-228600" algn="ctr">
              <a:lnSpc>
                <a:spcPct val="110000"/>
              </a:lnSpc>
              <a:spcBef>
                <a:spcPts val="0"/>
              </a:spcBef>
              <a:spcAft>
                <a:spcPts val="1200"/>
              </a:spcAft>
              <a:buChar char="•"/>
              <a:defRPr sz="3600" b="1">
                <a:solidFill>
                  <a:schemeClr val="tx1"/>
                </a:solidFill>
                <a:latin typeface="+mn-lt"/>
                <a:ea typeface="+mn-lt"/>
                <a:cs typeface="+mn-lt"/>
              </a:defRPr>
            </a:lvl2pPr>
            <a:lvl3pPr marL="838200" indent="-228600" algn="ctr">
              <a:lnSpc>
                <a:spcPct val="110000"/>
              </a:lnSpc>
              <a:spcBef>
                <a:spcPts val="0"/>
              </a:spcBef>
              <a:spcAft>
                <a:spcPts val="1200"/>
              </a:spcAft>
              <a:buChar char="•"/>
              <a:defRPr sz="3600" b="1">
                <a:solidFill>
                  <a:schemeClr val="tx1"/>
                </a:solidFill>
                <a:latin typeface="+mn-lt"/>
                <a:ea typeface="+mn-lt"/>
                <a:cs typeface="+mn-lt"/>
              </a:defRPr>
            </a:lvl3pPr>
            <a:lvl4pPr marL="1143000" indent="-228600" algn="ctr">
              <a:lnSpc>
                <a:spcPct val="110000"/>
              </a:lnSpc>
              <a:spcBef>
                <a:spcPts val="0"/>
              </a:spcBef>
              <a:spcAft>
                <a:spcPts val="1200"/>
              </a:spcAft>
              <a:buChar char="•"/>
              <a:defRPr sz="3600" b="1">
                <a:solidFill>
                  <a:schemeClr val="tx1"/>
                </a:solidFill>
                <a:latin typeface="+mn-lt"/>
                <a:ea typeface="+mn-lt"/>
                <a:cs typeface="+mn-lt"/>
              </a:defRPr>
            </a:lvl4pPr>
            <a:lvl5pPr marL="1447800" indent="-228600" algn="ctr">
              <a:lnSpc>
                <a:spcPct val="110000"/>
              </a:lnSpc>
              <a:spcBef>
                <a:spcPts val="0"/>
              </a:spcBef>
              <a:spcAft>
                <a:spcPts val="1200"/>
              </a:spcAft>
              <a:buChar char="•"/>
              <a:defRPr sz="3600" b="1">
                <a:solidFill>
                  <a:schemeClr val="tx1"/>
                </a:solidFill>
                <a:latin typeface="+mn-lt"/>
                <a:ea typeface="+mn-lt"/>
                <a:cs typeface="+mn-lt"/>
              </a:defRPr>
            </a:lvl5pPr>
            <a:lvl6pPr marL="1752600" indent="-228600" algn="ctr">
              <a:lnSpc>
                <a:spcPct val="110000"/>
              </a:lnSpc>
              <a:spcBef>
                <a:spcPts val="0"/>
              </a:spcBef>
              <a:spcAft>
                <a:spcPts val="1200"/>
              </a:spcAft>
              <a:buChar char="•"/>
              <a:defRPr sz="3600" b="1">
                <a:solidFill>
                  <a:schemeClr val="tx1"/>
                </a:solidFill>
                <a:latin typeface="+mn-lt"/>
                <a:ea typeface="+mn-lt"/>
                <a:cs typeface="+mn-lt"/>
              </a:defRPr>
            </a:lvl6pPr>
            <a:lvl7pPr marL="2057400" indent="-228600" algn="ctr">
              <a:lnSpc>
                <a:spcPct val="110000"/>
              </a:lnSpc>
              <a:spcBef>
                <a:spcPts val="0"/>
              </a:spcBef>
              <a:spcAft>
                <a:spcPts val="1200"/>
              </a:spcAft>
              <a:buChar char="•"/>
              <a:defRPr sz="3600" b="1">
                <a:solidFill>
                  <a:schemeClr val="tx1"/>
                </a:solidFill>
                <a:latin typeface="+mn-lt"/>
                <a:ea typeface="+mn-lt"/>
                <a:cs typeface="+mn-lt"/>
              </a:defRPr>
            </a:lvl7pPr>
            <a:lvl8pPr marL="2362200" indent="-228600" algn="ctr">
              <a:lnSpc>
                <a:spcPct val="110000"/>
              </a:lnSpc>
              <a:spcBef>
                <a:spcPts val="0"/>
              </a:spcBef>
              <a:spcAft>
                <a:spcPts val="1200"/>
              </a:spcAft>
              <a:buChar char="•"/>
              <a:defRPr sz="3600" b="1">
                <a:solidFill>
                  <a:schemeClr val="tx1"/>
                </a:solidFill>
                <a:latin typeface="+mn-lt"/>
                <a:ea typeface="+mn-lt"/>
                <a:cs typeface="+mn-lt"/>
              </a:defRPr>
            </a:lvl8pPr>
            <a:lvl9pPr marL="2667000" indent="-228600" algn="ctr">
              <a:lnSpc>
                <a:spcPct val="110000"/>
              </a:lnSpc>
              <a:spcBef>
                <a:spcPts val="0"/>
              </a:spcBef>
              <a:spcAft>
                <a:spcPts val="1200"/>
              </a:spcAft>
              <a:buChar char="•"/>
              <a:defRPr sz="3600" b="1">
                <a:solidFill>
                  <a:schemeClr val="tx1"/>
                </a:solidFill>
                <a:latin typeface="+mn-lt"/>
                <a:ea typeface="+mn-lt"/>
                <a:cs typeface="+mn-lt"/>
              </a:defRPr>
            </a:lvl9pPr>
          </a:lstStyle>
          <a:p xmlns:a="http://schemas.openxmlformats.org/drawingml/2006/main">
            <a:pPr marL="0" indent="0" algn="ctr">
              <a:buNone/>
            </a:pPr>
            <a:r>
              <a:rPr sz="3600" b="1"/>
              <a:t>https://mguhlin.org</a:t>
            </a:r>
          </a:p>
        </p:txBody>
      </p:sp>
      <p:pic>
        <p:nvPicPr>
          <p:cNvPr id="5" name="">
            <a:extLst xmlns:a="http://schemas.openxmlformats.org/drawingml/2006/main">
              <a:ext uri="{FF2B5EF4-FFF2-40B4-BE49-F238E27FC236}">
                <a16:creationId xmlns:a16="http://schemas.microsoft.com/office/drawing/2014/main" id="{2B6A21B5-7A78-4343-B0D8-C68087E4D47D}"/>
              </a:ext>
            </a:extLst>
          </p:cNvPr>
          <p:cNvPicPr>
            <a:picLocks xmlns:a="http://schemas.openxmlformats.org/drawingml/2006/main" noChangeAspect="1"/>
          </p:cNvPicPr>
          <p:nvPr/>
        </p:nvPicPr>
        <p:blipFill>
          <a:blip xmlns:r="http://schemas.openxmlformats.org/officeDocument/2006/relationships" xmlns:a="http://schemas.openxmlformats.org/drawingml/2006/main" r:embed="R58cc4857381c4c53"/>
          <a:srcRect xmlns:a="http://schemas.openxmlformats.org/drawingml/2006/main" l="0" t="0" r="0" b="52568"/>
          <a:stretch xmlns:a="http://schemas.openxmlformats.org/drawingml/2006/main"/>
        </p:blipFill>
        <p:spPr>
          <a:xfrm xmlns:a="http://schemas.openxmlformats.org/drawingml/2006/main">
            <a:off x="186021" y="3434945"/>
            <a:ext cx="3966494" cy="2568102"/>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7180DB9-81E3-4D4E-8C30-F547B6F082BC}"/>
              </a:ext>
            </a:extLst>
          </p:cNvPr>
          <p:cNvPicPr>
            <a:picLocks xmlns:a="http://schemas.openxmlformats.org/drawingml/2006/main" noChangeAspect="1"/>
          </p:cNvPicPr>
          <p:nvPr/>
        </p:nvPicPr>
        <p:blipFill>
          <a:blip xmlns:r="http://schemas.openxmlformats.org/officeDocument/2006/relationships" xmlns:a="http://schemas.openxmlformats.org/drawingml/2006/main" r:embed="R019cf63232c14a9c"/>
          <a:stretch xmlns:a="http://schemas.openxmlformats.org/drawingml/2006/main"/>
        </p:blipFill>
        <p:spPr>
          <a:xfrm xmlns:a="http://schemas.openxmlformats.org/drawingml/2006/main">
            <a:off x="7833403" y="1361872"/>
            <a:ext cx="4166173" cy="2430562"/>
          </a:xfrm>
          <a:prstGeom xmlns:a="http://schemas.openxmlformats.org/drawingml/2006/main" prst="rect">
            <a:avLst/>
          </a:prstGeom>
        </p:spPr>
      </p:pic>
      <p:sp>
        <p:nvSpPr>
          <p:cNvPr id="7" name="Left column">
            <a:extLst xmlns:a="http://schemas.openxmlformats.org/drawingml/2006/main">
              <a:ext uri="{FF2B5EF4-FFF2-40B4-BE49-F238E27FC236}">
                <a16:creationId xmlns:a16="http://schemas.microsoft.com/office/drawing/2014/main" id="{BE1FF4EB-52C1-40D4-B99A-0F5D4FE10A69}"/>
              </a:ext>
            </a:extLst>
          </p:cNvPr>
          <p:cNvSpPr>
            <a:spLocks xmlns:a="http://schemas.openxmlformats.org/drawingml/2006/main" noGrp="1"/>
          </p:cNvSpPr>
          <p:nvPr>
            <p:ph type="body" idx="1"/>
          </p:nvPr>
        </p:nvSpPr>
        <p:spPr>
          <a:xfrm xmlns:a="http://schemas.openxmlformats.org/drawingml/2006/main">
            <a:off x="7524852" y="5590473"/>
            <a:ext cx="4474724" cy="412574"/>
          </a:xfrm>
          <a:prstGeom xmlns:a="http://schemas.openxmlformats.org/drawingml/2006/main" prst="rect">
            <a:avLst/>
          </a:prstGeom>
          <a:solidFill xmlns:a="http://schemas.openxmlformats.org/drawingml/2006/main">
            <a:srgbClr val="F8D45D"/>
          </a:solidFill>
          <a:ln xmlns:a="http://schemas.openxmlformats.org/drawingml/2006/main">
            <a:noFill/>
            <a:prstDash val="solid"/>
          </a:ln>
        </p:spPr>
        <p:txBody>
          <a:bodyPr xmlns:a="http://schemas.openxmlformats.org/drawingml/2006/main" wrap="square" lIns="0" tIns="0" rIns="0" bIns="0" anchor="t">
            <a:normAutofit fontScale="68363"/>
          </a:bodyPr>
          <a:lstStyle xmlns:a="http://schemas.openxmlformats.org/drawingml/2006/main">
            <a:defPPr algn="ctr">
              <a:defRPr sz="3600" b="1">
                <a:solidFill>
                  <a:schemeClr val="tx1"/>
                </a:solidFill>
                <a:latin typeface="+mn-lt"/>
                <a:ea typeface="+mn-lt"/>
                <a:cs typeface="+mn-lt"/>
              </a:defRPr>
            </a:defPPr>
            <a:lvl1pPr marL="228600" indent="-228600" algn="ctr">
              <a:lnSpc>
                <a:spcPct val="110000"/>
              </a:lnSpc>
              <a:spcBef>
                <a:spcPts val="0"/>
              </a:spcBef>
              <a:spcAft>
                <a:spcPts val="1200"/>
              </a:spcAft>
              <a:buChar char="•"/>
              <a:defRPr sz="3600" b="1">
                <a:solidFill>
                  <a:schemeClr val="tx1"/>
                </a:solidFill>
                <a:latin typeface="+mn-lt"/>
                <a:ea typeface="+mn-lt"/>
                <a:cs typeface="+mn-lt"/>
              </a:defRPr>
            </a:lvl1pPr>
            <a:lvl2pPr marL="533400" indent="-228600" algn="ctr">
              <a:lnSpc>
                <a:spcPct val="110000"/>
              </a:lnSpc>
              <a:spcBef>
                <a:spcPts val="0"/>
              </a:spcBef>
              <a:spcAft>
                <a:spcPts val="1200"/>
              </a:spcAft>
              <a:buChar char="•"/>
              <a:defRPr sz="3600" b="1">
                <a:solidFill>
                  <a:schemeClr val="tx1"/>
                </a:solidFill>
                <a:latin typeface="+mn-lt"/>
                <a:ea typeface="+mn-lt"/>
                <a:cs typeface="+mn-lt"/>
              </a:defRPr>
            </a:lvl2pPr>
            <a:lvl3pPr marL="838200" indent="-228600" algn="ctr">
              <a:lnSpc>
                <a:spcPct val="110000"/>
              </a:lnSpc>
              <a:spcBef>
                <a:spcPts val="0"/>
              </a:spcBef>
              <a:spcAft>
                <a:spcPts val="1200"/>
              </a:spcAft>
              <a:buChar char="•"/>
              <a:defRPr sz="3600" b="1">
                <a:solidFill>
                  <a:schemeClr val="tx1"/>
                </a:solidFill>
                <a:latin typeface="+mn-lt"/>
                <a:ea typeface="+mn-lt"/>
                <a:cs typeface="+mn-lt"/>
              </a:defRPr>
            </a:lvl3pPr>
            <a:lvl4pPr marL="1143000" indent="-228600" algn="ctr">
              <a:lnSpc>
                <a:spcPct val="110000"/>
              </a:lnSpc>
              <a:spcBef>
                <a:spcPts val="0"/>
              </a:spcBef>
              <a:spcAft>
                <a:spcPts val="1200"/>
              </a:spcAft>
              <a:buChar char="•"/>
              <a:defRPr sz="3600" b="1">
                <a:solidFill>
                  <a:schemeClr val="tx1"/>
                </a:solidFill>
                <a:latin typeface="+mn-lt"/>
                <a:ea typeface="+mn-lt"/>
                <a:cs typeface="+mn-lt"/>
              </a:defRPr>
            </a:lvl4pPr>
            <a:lvl5pPr marL="1447800" indent="-228600" algn="ctr">
              <a:lnSpc>
                <a:spcPct val="110000"/>
              </a:lnSpc>
              <a:spcBef>
                <a:spcPts val="0"/>
              </a:spcBef>
              <a:spcAft>
                <a:spcPts val="1200"/>
              </a:spcAft>
              <a:buChar char="•"/>
              <a:defRPr sz="3600" b="1">
                <a:solidFill>
                  <a:schemeClr val="tx1"/>
                </a:solidFill>
                <a:latin typeface="+mn-lt"/>
                <a:ea typeface="+mn-lt"/>
                <a:cs typeface="+mn-lt"/>
              </a:defRPr>
            </a:lvl5pPr>
            <a:lvl6pPr marL="1752600" indent="-228600" algn="ctr">
              <a:lnSpc>
                <a:spcPct val="110000"/>
              </a:lnSpc>
              <a:spcBef>
                <a:spcPts val="0"/>
              </a:spcBef>
              <a:spcAft>
                <a:spcPts val="1200"/>
              </a:spcAft>
              <a:buChar char="•"/>
              <a:defRPr sz="3600" b="1">
                <a:solidFill>
                  <a:schemeClr val="tx1"/>
                </a:solidFill>
                <a:latin typeface="+mn-lt"/>
                <a:ea typeface="+mn-lt"/>
                <a:cs typeface="+mn-lt"/>
              </a:defRPr>
            </a:lvl6pPr>
            <a:lvl7pPr marL="2057400" indent="-228600" algn="ctr">
              <a:lnSpc>
                <a:spcPct val="110000"/>
              </a:lnSpc>
              <a:spcBef>
                <a:spcPts val="0"/>
              </a:spcBef>
              <a:spcAft>
                <a:spcPts val="1200"/>
              </a:spcAft>
              <a:buChar char="•"/>
              <a:defRPr sz="3600" b="1">
                <a:solidFill>
                  <a:schemeClr val="tx1"/>
                </a:solidFill>
                <a:latin typeface="+mn-lt"/>
                <a:ea typeface="+mn-lt"/>
                <a:cs typeface="+mn-lt"/>
              </a:defRPr>
            </a:lvl7pPr>
            <a:lvl8pPr marL="2362200" indent="-228600" algn="ctr">
              <a:lnSpc>
                <a:spcPct val="110000"/>
              </a:lnSpc>
              <a:spcBef>
                <a:spcPts val="0"/>
              </a:spcBef>
              <a:spcAft>
                <a:spcPts val="1200"/>
              </a:spcAft>
              <a:buChar char="•"/>
              <a:defRPr sz="3600" b="1">
                <a:solidFill>
                  <a:schemeClr val="tx1"/>
                </a:solidFill>
                <a:latin typeface="+mn-lt"/>
                <a:ea typeface="+mn-lt"/>
                <a:cs typeface="+mn-lt"/>
              </a:defRPr>
            </a:lvl8pPr>
            <a:lvl9pPr marL="2667000" indent="-228600" algn="ctr">
              <a:lnSpc>
                <a:spcPct val="110000"/>
              </a:lnSpc>
              <a:spcBef>
                <a:spcPts val="0"/>
              </a:spcBef>
              <a:spcAft>
                <a:spcPts val="1200"/>
              </a:spcAft>
              <a:buChar char="•"/>
              <a:defRPr sz="3600" b="1">
                <a:solidFill>
                  <a:schemeClr val="tx1"/>
                </a:solidFill>
                <a:latin typeface="+mn-lt"/>
                <a:ea typeface="+mn-lt"/>
                <a:cs typeface="+mn-lt"/>
              </a:defRPr>
            </a:lvl9pPr>
          </a:lstStyle>
          <a:p xmlns:a="http://schemas.openxmlformats.org/drawingml/2006/main">
            <a:pPr marL="0" indent="0" algn="ctr">
              <a:buNone/>
            </a:pPr>
            <a:r>
              <a:rPr sz="3600" b="1"/>
              <a:t>https://mguhlin.github.io/nspa</a:t>
            </a:r>
          </a:p>
        </p:txBody>
      </p:sp>
      <p:pic>
        <p:nvPicPr>
          <p:cNvPr id="8" name="my-qr-code.png">
            <a:extLst xmlns:a="http://schemas.openxmlformats.org/drawingml/2006/main">
              <a:ext uri="{FF2B5EF4-FFF2-40B4-BE49-F238E27FC236}">
                <a16:creationId xmlns:a16="http://schemas.microsoft.com/office/drawing/2014/main" id="{6F943749-6955-48B3-9D71-2D1ADF97BFD2}"/>
              </a:ext>
            </a:extLst>
          </p:cNvPr>
          <p:cNvPicPr>
            <a:picLocks xmlns:a="http://schemas.openxmlformats.org/drawingml/2006/main" noChangeAspect="1"/>
          </p:cNvPicPr>
          <p:nvPr/>
        </p:nvPicPr>
        <p:blipFill>
          <a:blip xmlns:r="http://schemas.openxmlformats.org/officeDocument/2006/relationships" xmlns:a="http://schemas.openxmlformats.org/drawingml/2006/main" r:embed="R9d08be8634dd4c3d"/>
          <a:stretch xmlns:a="http://schemas.openxmlformats.org/drawingml/2006/main"/>
        </p:blipFill>
        <p:spPr>
          <a:xfrm xmlns:a="http://schemas.openxmlformats.org/drawingml/2006/main">
            <a:off x="3943370" y="1603442"/>
            <a:ext cx="3987031" cy="3987031"/>
          </a:xfrm>
          <a:prstGeom xmlns:a="http://schemas.openxmlformats.org/drawingml/2006/main" prst="rect">
            <a:avLst/>
          </a:prstGeom>
        </p:spPr>
      </p:pic>
    </p:spTree>
    <p:extLst>
      <p:ext uri="{BB962C8B-B14F-4D97-AF65-F5344CB8AC3E}">
        <p14:creationId xmlns:p14="http://schemas.microsoft.com/office/powerpoint/2010/main" val="17140050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D14652B-AEE7-48C0-B9C4-9F47CC792C26}"/>
              </a:ext>
            </a:extLst>
          </p:cNvPr>
          <p:cNvPicPr>
            <a:picLocks xmlns:a="http://schemas.openxmlformats.org/drawingml/2006/main" noChangeAspect="1"/>
          </p:cNvPicPr>
          <p:nvPr/>
        </p:nvPicPr>
        <p:blipFill>
          <a:blip xmlns:r="http://schemas.openxmlformats.org/officeDocument/2006/relationships" xmlns:a="http://schemas.openxmlformats.org/drawingml/2006/main" r:embed="R0db9668a8dc34aff"/>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B4DCDFA0-01C8-452C-AC3A-E456C8C63059}"/>
              </a:ext>
            </a:extLst>
          </p:cNvPr>
          <p:cNvPicPr>
            <a:picLocks xmlns:a="http://schemas.openxmlformats.org/drawingml/2006/main" noChangeAspect="1"/>
          </p:cNvPicPr>
          <p:nvPr/>
        </p:nvPicPr>
        <p:blipFill>
          <a:blip xmlns:r="http://schemas.openxmlformats.org/officeDocument/2006/relationships" xmlns:a="http://schemas.openxmlformats.org/drawingml/2006/main" r:embed="R19ae0a7e8fc74e6b"/>
          <a:srcRect xmlns:a="http://schemas.openxmlformats.org/drawingml/2006/main" l="5556" t="0" r="5556" b="0"/>
          <a:stretch xmlns:a="http://schemas.openxmlformats.org/drawingml/2006/main">
            <a:fillRect l="0" t="0" r="0" b="0"/>
          </a:stretch>
        </p:blipFill>
        <p:spPr>
          <a:xfrm xmlns:a="http://schemas.openxmlformats.org/drawingml/2006/main">
            <a:off x="7191375" y="1466850"/>
            <a:ext cx="4191000" cy="31432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50DAA04-4488-4731-BD9F-246AD06B61A9}"/>
              </a:ext>
            </a:extLst>
          </p:cNvPr>
          <p:cNvSpPr>
            <a:spLocks xmlns:a="http://schemas.openxmlformats.org/drawingml/2006/main" noGrp="1"/>
          </p:cNvSpPr>
          <p:nvPr/>
        </p:nvSpPr>
        <p:spPr>
          <a:xfrm xmlns:a="http://schemas.openxmlformats.org/drawingml/2006/main">
            <a:off x="609600" y="866775"/>
            <a:ext cx="6572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200" b="1">
                <a:solidFill>
                  <a:srgbClr val="123E4F"/>
                </a:solidFill>
                <a:latin typeface="DejaVu Sans"/>
                <a:ea typeface="DejaVu Sans"/>
                <a:cs typeface="DejaVu Sans"/>
              </a:defRPr>
            </a:defPPr>
            <a:lvl1pPr>
              <a:defRPr sz="4200" b="1">
                <a:solidFill>
                  <a:srgbClr val="123E4F"/>
                </a:solidFill>
                <a:latin typeface="DejaVu Sans"/>
                <a:ea typeface="DejaVu Sans"/>
                <a:cs typeface="DejaVu Sans"/>
              </a:defRPr>
            </a:lvl1pPr>
            <a:lvl2pPr>
              <a:defRPr sz="4200" b="1">
                <a:solidFill>
                  <a:srgbClr val="123E4F"/>
                </a:solidFill>
                <a:latin typeface="DejaVu Sans"/>
                <a:ea typeface="DejaVu Sans"/>
                <a:cs typeface="DejaVu Sans"/>
              </a:defRPr>
            </a:lvl2pPr>
            <a:lvl3pPr>
              <a:defRPr sz="4200" b="1">
                <a:solidFill>
                  <a:srgbClr val="123E4F"/>
                </a:solidFill>
                <a:latin typeface="DejaVu Sans"/>
                <a:ea typeface="DejaVu Sans"/>
                <a:cs typeface="DejaVu Sans"/>
              </a:defRPr>
            </a:lvl3pPr>
            <a:lvl4pPr>
              <a:defRPr sz="4200" b="1">
                <a:solidFill>
                  <a:srgbClr val="123E4F"/>
                </a:solidFill>
                <a:latin typeface="DejaVu Sans"/>
                <a:ea typeface="DejaVu Sans"/>
                <a:cs typeface="DejaVu Sans"/>
              </a:defRPr>
            </a:lvl4pPr>
            <a:lvl5pPr>
              <a:defRPr sz="4200" b="1">
                <a:solidFill>
                  <a:srgbClr val="123E4F"/>
                </a:solidFill>
                <a:latin typeface="DejaVu Sans"/>
                <a:ea typeface="DejaVu Sans"/>
                <a:cs typeface="DejaVu Sans"/>
              </a:defRPr>
            </a:lvl5pPr>
            <a:lvl6pPr>
              <a:defRPr sz="4200" b="1">
                <a:solidFill>
                  <a:srgbClr val="123E4F"/>
                </a:solidFill>
                <a:latin typeface="DejaVu Sans"/>
                <a:ea typeface="DejaVu Sans"/>
                <a:cs typeface="DejaVu Sans"/>
              </a:defRPr>
            </a:lvl6pPr>
            <a:lvl7pPr>
              <a:defRPr sz="4200" b="1">
                <a:solidFill>
                  <a:srgbClr val="123E4F"/>
                </a:solidFill>
                <a:latin typeface="DejaVu Sans"/>
                <a:ea typeface="DejaVu Sans"/>
                <a:cs typeface="DejaVu Sans"/>
              </a:defRPr>
            </a:lvl7pPr>
            <a:lvl8pPr>
              <a:defRPr sz="4200" b="1">
                <a:solidFill>
                  <a:srgbClr val="123E4F"/>
                </a:solidFill>
                <a:latin typeface="DejaVu Sans"/>
                <a:ea typeface="DejaVu Sans"/>
                <a:cs typeface="DejaVu Sans"/>
              </a:defRPr>
            </a:lvl8pPr>
            <a:lvl9pPr>
              <a:defRPr sz="4200" b="1">
                <a:solidFill>
                  <a:srgbClr val="123E4F"/>
                </a:solidFill>
                <a:latin typeface="DejaVu Sans"/>
                <a:ea typeface="DejaVu Sans"/>
                <a:cs typeface="DejaVu Sans"/>
              </a:defRPr>
            </a:lvl9pPr>
          </a:lstStyle>
          <a:p xmlns:a="http://schemas.openxmlformats.org/drawingml/2006/main">
            <a:pPr>
              <a:defRPr sz="4200" b="1">
                <a:solidFill>
                  <a:srgbClr val="123E4F"/>
                </a:solidFill>
                <a:latin typeface="DejaVu Sans"/>
                <a:ea typeface="DejaVu Sans"/>
                <a:cs typeface="DejaVu Sans"/>
              </a:defRPr>
            </a:pPr>
            <a:r>
              <a:rPr sz="4200" b="1">
                <a:solidFill>
                  <a:srgbClr val="123E4F"/>
                </a:solidFill>
                <a:latin typeface="DejaVu Sans"/>
                <a:ea typeface="DejaVu Sans"/>
                <a:cs typeface="DejaVu Sans"/>
              </a:rPr>
              <a:t>Trust, Transparency,</a:t>
            </a:r>
          </a:p>
          <a:p xmlns:a="http://schemas.openxmlformats.org/drawingml/2006/main">
            <a:pPr>
              <a:defRPr sz="4200" b="1">
                <a:solidFill>
                  <a:srgbClr val="123E4F"/>
                </a:solidFill>
                <a:latin typeface="DejaVu Sans"/>
                <a:ea typeface="DejaVu Sans"/>
                <a:cs typeface="DejaVu Sans"/>
              </a:defRPr>
            </a:pPr>
            <a:r>
              <a:rPr sz="4200" b="1">
                <a:solidFill>
                  <a:srgbClr val="123E4F"/>
                </a:solidFill>
                <a:latin typeface="DejaVu Sans"/>
                <a:ea typeface="DejaVu Sans"/>
                <a:cs typeface="DejaVu Sans"/>
              </a:rPr>
              <a:t>and AI</a:t>
            </a:r>
          </a:p>
        </p:txBody>
      </p:sp>
      <p:sp>
        <p:nvSpPr>
          <p:cNvPr id="5" name="subtitle">
            <a:extLst xmlns:a="http://schemas.openxmlformats.org/drawingml/2006/main">
              <a:ext uri="{FF2B5EF4-FFF2-40B4-BE49-F238E27FC236}">
                <a16:creationId xmlns:a16="http://schemas.microsoft.com/office/drawing/2014/main" id="{74A6DEB0-A9E4-4462-8E01-CEE2A2933077}"/>
              </a:ext>
            </a:extLst>
          </p:cNvPr>
          <p:cNvSpPr>
            <a:spLocks xmlns:a="http://schemas.openxmlformats.org/drawingml/2006/main" noGrp="1"/>
          </p:cNvSpPr>
          <p:nvPr/>
        </p:nvSpPr>
        <p:spPr>
          <a:xfrm xmlns:a="http://schemas.openxmlformats.org/drawingml/2006/main">
            <a:off x="609600" y="2714625"/>
            <a:ext cx="6191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007D87"/>
                </a:solidFill>
                <a:latin typeface="DejaVu Sans"/>
                <a:ea typeface="DejaVu Sans"/>
                <a:cs typeface="DejaVu Sans"/>
              </a:defRPr>
            </a:defPPr>
            <a:lvl1pPr>
              <a:defRPr sz="2400" b="1">
                <a:solidFill>
                  <a:srgbClr val="007D87"/>
                </a:solidFill>
                <a:latin typeface="DejaVu Sans"/>
                <a:ea typeface="DejaVu Sans"/>
                <a:cs typeface="DejaVu Sans"/>
              </a:defRPr>
            </a:lvl1pPr>
            <a:lvl2pPr>
              <a:defRPr sz="2400" b="1">
                <a:solidFill>
                  <a:srgbClr val="007D87"/>
                </a:solidFill>
                <a:latin typeface="DejaVu Sans"/>
                <a:ea typeface="DejaVu Sans"/>
                <a:cs typeface="DejaVu Sans"/>
              </a:defRPr>
            </a:lvl2pPr>
            <a:lvl3pPr>
              <a:defRPr sz="2400" b="1">
                <a:solidFill>
                  <a:srgbClr val="007D87"/>
                </a:solidFill>
                <a:latin typeface="DejaVu Sans"/>
                <a:ea typeface="DejaVu Sans"/>
                <a:cs typeface="DejaVu Sans"/>
              </a:defRPr>
            </a:lvl3pPr>
            <a:lvl4pPr>
              <a:defRPr sz="2400" b="1">
                <a:solidFill>
                  <a:srgbClr val="007D87"/>
                </a:solidFill>
                <a:latin typeface="DejaVu Sans"/>
                <a:ea typeface="DejaVu Sans"/>
                <a:cs typeface="DejaVu Sans"/>
              </a:defRPr>
            </a:lvl4pPr>
            <a:lvl5pPr>
              <a:defRPr sz="2400" b="1">
                <a:solidFill>
                  <a:srgbClr val="007D87"/>
                </a:solidFill>
                <a:latin typeface="DejaVu Sans"/>
                <a:ea typeface="DejaVu Sans"/>
                <a:cs typeface="DejaVu Sans"/>
              </a:defRPr>
            </a:lvl5pPr>
            <a:lvl6pPr>
              <a:defRPr sz="2400" b="1">
                <a:solidFill>
                  <a:srgbClr val="007D87"/>
                </a:solidFill>
                <a:latin typeface="DejaVu Sans"/>
                <a:ea typeface="DejaVu Sans"/>
                <a:cs typeface="DejaVu Sans"/>
              </a:defRPr>
            </a:lvl6pPr>
            <a:lvl7pPr>
              <a:defRPr sz="2400" b="1">
                <a:solidFill>
                  <a:srgbClr val="007D87"/>
                </a:solidFill>
                <a:latin typeface="DejaVu Sans"/>
                <a:ea typeface="DejaVu Sans"/>
                <a:cs typeface="DejaVu Sans"/>
              </a:defRPr>
            </a:lvl7pPr>
            <a:lvl8pPr>
              <a:defRPr sz="2400" b="1">
                <a:solidFill>
                  <a:srgbClr val="007D87"/>
                </a:solidFill>
                <a:latin typeface="DejaVu Sans"/>
                <a:ea typeface="DejaVu Sans"/>
                <a:cs typeface="DejaVu Sans"/>
              </a:defRPr>
            </a:lvl8pPr>
            <a:lvl9pPr>
              <a:defRPr sz="2400" b="1">
                <a:solidFill>
                  <a:srgbClr val="007D87"/>
                </a:solidFill>
                <a:latin typeface="DejaVu Sans"/>
                <a:ea typeface="DejaVu Sans"/>
                <a:cs typeface="DejaVu Sans"/>
              </a:defRPr>
            </a:lvl9pPr>
          </a:lstStyle>
          <a:p xmlns:a="http://schemas.openxmlformats.org/drawingml/2006/main">
            <a:pPr>
              <a:defRPr sz="2400" b="1">
                <a:solidFill>
                  <a:srgbClr val="007D87"/>
                </a:solidFill>
                <a:latin typeface="DejaVu Sans"/>
                <a:ea typeface="DejaVu Sans"/>
                <a:cs typeface="DejaVu Sans"/>
              </a:defRPr>
            </a:pPr>
            <a:r>
              <a:rPr sz="2400" b="1">
                <a:solidFill>
                  <a:srgbClr val="007D87"/>
                </a:solidFill>
                <a:latin typeface="DejaVu Sans"/>
                <a:ea typeface="DejaVu Sans"/>
                <a:cs typeface="DejaVu Sans"/>
              </a:rPr>
              <a:t>Responsible scholarship review</a:t>
            </a:r>
          </a:p>
        </p:txBody>
      </p:sp>
      <p:sp>
        <p:nvSpPr>
          <p:cNvPr id="6" name="author">
            <a:extLst xmlns:a="http://schemas.openxmlformats.org/drawingml/2006/main">
              <a:ext uri="{FF2B5EF4-FFF2-40B4-BE49-F238E27FC236}">
                <a16:creationId xmlns:a16="http://schemas.microsoft.com/office/drawing/2014/main" id="{14361AAB-14D3-486E-B064-5160757CEE21}"/>
              </a:ext>
            </a:extLst>
          </p:cNvPr>
          <p:cNvSpPr>
            <a:spLocks xmlns:a="http://schemas.openxmlformats.org/drawingml/2006/main" noGrp="1"/>
          </p:cNvSpPr>
          <p:nvPr/>
        </p:nvSpPr>
        <p:spPr>
          <a:xfrm xmlns:a="http://schemas.openxmlformats.org/drawingml/2006/main">
            <a:off x="609600" y="4057650"/>
            <a:ext cx="6191250" cy="1076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123E4F"/>
                </a:solidFill>
                <a:latin typeface="DejaVu Sans"/>
                <a:ea typeface="DejaVu Sans"/>
                <a:cs typeface="DejaVu Sans"/>
              </a:defRPr>
            </a:defPPr>
            <a:lvl1pPr>
              <a:defRPr sz="1725" b="0">
                <a:solidFill>
                  <a:srgbClr val="123E4F"/>
                </a:solidFill>
                <a:latin typeface="DejaVu Sans"/>
                <a:ea typeface="DejaVu Sans"/>
                <a:cs typeface="DejaVu Sans"/>
              </a:defRPr>
            </a:lvl1pPr>
            <a:lvl2pPr>
              <a:defRPr sz="1725" b="0">
                <a:solidFill>
                  <a:srgbClr val="123E4F"/>
                </a:solidFill>
                <a:latin typeface="DejaVu Sans"/>
                <a:ea typeface="DejaVu Sans"/>
                <a:cs typeface="DejaVu Sans"/>
              </a:defRPr>
            </a:lvl2pPr>
            <a:lvl3pPr>
              <a:defRPr sz="1725" b="0">
                <a:solidFill>
                  <a:srgbClr val="123E4F"/>
                </a:solidFill>
                <a:latin typeface="DejaVu Sans"/>
                <a:ea typeface="DejaVu Sans"/>
                <a:cs typeface="DejaVu Sans"/>
              </a:defRPr>
            </a:lvl3pPr>
            <a:lvl4pPr>
              <a:defRPr sz="1725" b="0">
                <a:solidFill>
                  <a:srgbClr val="123E4F"/>
                </a:solidFill>
                <a:latin typeface="DejaVu Sans"/>
                <a:ea typeface="DejaVu Sans"/>
                <a:cs typeface="DejaVu Sans"/>
              </a:defRPr>
            </a:lvl4pPr>
            <a:lvl5pPr>
              <a:defRPr sz="1725" b="0">
                <a:solidFill>
                  <a:srgbClr val="123E4F"/>
                </a:solidFill>
                <a:latin typeface="DejaVu Sans"/>
                <a:ea typeface="DejaVu Sans"/>
                <a:cs typeface="DejaVu Sans"/>
              </a:defRPr>
            </a:lvl5pPr>
            <a:lvl6pPr>
              <a:defRPr sz="1725" b="0">
                <a:solidFill>
                  <a:srgbClr val="123E4F"/>
                </a:solidFill>
                <a:latin typeface="DejaVu Sans"/>
                <a:ea typeface="DejaVu Sans"/>
                <a:cs typeface="DejaVu Sans"/>
              </a:defRPr>
            </a:lvl6pPr>
            <a:lvl7pPr>
              <a:defRPr sz="1725" b="0">
                <a:solidFill>
                  <a:srgbClr val="123E4F"/>
                </a:solidFill>
                <a:latin typeface="DejaVu Sans"/>
                <a:ea typeface="DejaVu Sans"/>
                <a:cs typeface="DejaVu Sans"/>
              </a:defRPr>
            </a:lvl7pPr>
            <a:lvl8pPr>
              <a:defRPr sz="1725" b="0">
                <a:solidFill>
                  <a:srgbClr val="123E4F"/>
                </a:solidFill>
                <a:latin typeface="DejaVu Sans"/>
                <a:ea typeface="DejaVu Sans"/>
                <a:cs typeface="DejaVu Sans"/>
              </a:defRPr>
            </a:lvl8pPr>
            <a:lvl9pPr>
              <a:defRPr sz="1725" b="0">
                <a:solidFill>
                  <a:srgbClr val="123E4F"/>
                </a:solidFill>
                <a:latin typeface="DejaVu Sans"/>
                <a:ea typeface="DejaVu Sans"/>
                <a:cs typeface="DejaVu Sans"/>
              </a:defRPr>
            </a:lvl9pPr>
          </a:lstStyle>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Miguel Guhlin</a:t>
            </a:r>
          </a:p>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NSPA 2026, San Antonio</a:t>
            </a:r>
          </a:p>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October 21, 2026</a:t>
            </a:r>
          </a:p>
        </p:txBody>
      </p:sp>
      <p:sp>
        <p:nvSpPr>
          <p:cNvPr id="7" name="disclosure">
            <a:extLst xmlns:a="http://schemas.openxmlformats.org/drawingml/2006/main">
              <a:ext uri="{FF2B5EF4-FFF2-40B4-BE49-F238E27FC236}">
                <a16:creationId xmlns:a16="http://schemas.microsoft.com/office/drawing/2014/main" id="{69E2DB0A-02C0-48C7-80E3-4EDBB339AA3C}"/>
              </a:ext>
            </a:extLst>
          </p:cNvPr>
          <p:cNvSpPr>
            <a:spLocks xmlns:a="http://schemas.openxmlformats.org/drawingml/2006/main" noGrp="1"/>
          </p:cNvSpPr>
          <p:nvPr/>
        </p:nvSpPr>
        <p:spPr>
          <a:xfrm xmlns:a="http://schemas.openxmlformats.org/drawingml/2006/main">
            <a:off x="7191375" y="4733925"/>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0">
                <a:solidFill>
                  <a:srgbClr val="48636E"/>
                </a:solidFill>
                <a:latin typeface="DejaVu Sans"/>
                <a:ea typeface="DejaVu Sans"/>
                <a:cs typeface="DejaVu Sans"/>
              </a:defRPr>
            </a:defPPr>
            <a:lvl1pPr>
              <a:defRPr sz="1200" b="0">
                <a:solidFill>
                  <a:srgbClr val="48636E"/>
                </a:solidFill>
                <a:latin typeface="DejaVu Sans"/>
                <a:ea typeface="DejaVu Sans"/>
                <a:cs typeface="DejaVu Sans"/>
              </a:defRPr>
            </a:lvl1pPr>
            <a:lvl2pPr>
              <a:defRPr sz="1200" b="0">
                <a:solidFill>
                  <a:srgbClr val="48636E"/>
                </a:solidFill>
                <a:latin typeface="DejaVu Sans"/>
                <a:ea typeface="DejaVu Sans"/>
                <a:cs typeface="DejaVu Sans"/>
              </a:defRPr>
            </a:lvl2pPr>
            <a:lvl3pPr>
              <a:defRPr sz="1200" b="0">
                <a:solidFill>
                  <a:srgbClr val="48636E"/>
                </a:solidFill>
                <a:latin typeface="DejaVu Sans"/>
                <a:ea typeface="DejaVu Sans"/>
                <a:cs typeface="DejaVu Sans"/>
              </a:defRPr>
            </a:lvl3pPr>
            <a:lvl4pPr>
              <a:defRPr sz="1200" b="0">
                <a:solidFill>
                  <a:srgbClr val="48636E"/>
                </a:solidFill>
                <a:latin typeface="DejaVu Sans"/>
                <a:ea typeface="DejaVu Sans"/>
                <a:cs typeface="DejaVu Sans"/>
              </a:defRPr>
            </a:lvl4pPr>
            <a:lvl5pPr>
              <a:defRPr sz="1200" b="0">
                <a:solidFill>
                  <a:srgbClr val="48636E"/>
                </a:solidFill>
                <a:latin typeface="DejaVu Sans"/>
                <a:ea typeface="DejaVu Sans"/>
                <a:cs typeface="DejaVu Sans"/>
              </a:defRPr>
            </a:lvl5pPr>
            <a:lvl6pPr>
              <a:defRPr sz="1200" b="0">
                <a:solidFill>
                  <a:srgbClr val="48636E"/>
                </a:solidFill>
                <a:latin typeface="DejaVu Sans"/>
                <a:ea typeface="DejaVu Sans"/>
                <a:cs typeface="DejaVu Sans"/>
              </a:defRPr>
            </a:lvl6pPr>
            <a:lvl7pPr>
              <a:defRPr sz="1200" b="0">
                <a:solidFill>
                  <a:srgbClr val="48636E"/>
                </a:solidFill>
                <a:latin typeface="DejaVu Sans"/>
                <a:ea typeface="DejaVu Sans"/>
                <a:cs typeface="DejaVu Sans"/>
              </a:defRPr>
            </a:lvl7pPr>
            <a:lvl8pPr>
              <a:defRPr sz="1200" b="0">
                <a:solidFill>
                  <a:srgbClr val="48636E"/>
                </a:solidFill>
                <a:latin typeface="DejaVu Sans"/>
                <a:ea typeface="DejaVu Sans"/>
                <a:cs typeface="DejaVu Sans"/>
              </a:defRPr>
            </a:lvl8pPr>
            <a:lvl9pPr>
              <a:defRPr sz="1200" b="0">
                <a:solidFill>
                  <a:srgbClr val="48636E"/>
                </a:solidFill>
                <a:latin typeface="DejaVu Sans"/>
                <a:ea typeface="DejaVu Sans"/>
                <a:cs typeface="DejaVu Sans"/>
              </a:defRPr>
            </a:lvl9pPr>
          </a:lstStyle>
          <a:p xmlns:a="http://schemas.openxmlformats.org/drawingml/2006/main">
            <a:pPr>
              <a:defRPr sz="1200" b="0">
                <a:solidFill>
                  <a:srgbClr val="48636E"/>
                </a:solidFill>
                <a:latin typeface="DejaVu Sans"/>
                <a:ea typeface="DejaVu Sans"/>
                <a:cs typeface="DejaVu Sans"/>
              </a:defRPr>
            </a:pPr>
            <a:r>
              <a:rPr sz="1200" b="0">
                <a:solidFill>
                  <a:srgbClr val="48636E"/>
                </a:solidFill>
                <a:latin typeface="DejaVu Sans"/>
                <a:ea typeface="DejaVu Sans"/>
                <a:cs typeface="DejaVu Sans"/>
              </a:rPr>
              <a:t>AI-generated image of fictional people</a:t>
            </a:r>
          </a:p>
        </p:txBody>
      </p:sp>
    </p:spTree>
    <p:extLst>
      <p:ext uri="{BB962C8B-B14F-4D97-AF65-F5344CB8AC3E}">
        <p14:creationId xmlns:p14="http://schemas.microsoft.com/office/powerpoint/2010/main" val="29289781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C61592F-5961-4150-B064-E3D09B4B1A07}"/>
              </a:ext>
            </a:extLst>
          </p:cNvPr>
          <p:cNvPicPr>
            <a:picLocks xmlns:a="http://schemas.openxmlformats.org/drawingml/2006/main" noChangeAspect="1"/>
          </p:cNvPicPr>
          <p:nvPr/>
        </p:nvPicPr>
        <p:blipFill>
          <a:blip xmlns:r="http://schemas.openxmlformats.org/officeDocument/2006/relationships" xmlns:a="http://schemas.openxmlformats.org/drawingml/2006/main" r:embed="R862ff9ce71214a82"/>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2B1A58C8-1AC7-4B8B-A58B-C06DDC5578C1}"/>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Your first judgment</a:t>
            </a:r>
          </a:p>
        </p:txBody>
      </p:sp>
      <p:sp>
        <p:nvSpPr>
          <p:cNvPr id="4" name="subtitle">
            <a:extLst xmlns:a="http://schemas.openxmlformats.org/drawingml/2006/main">
              <a:ext uri="{FF2B5EF4-FFF2-40B4-BE49-F238E27FC236}">
                <a16:creationId xmlns:a16="http://schemas.microsoft.com/office/drawing/2014/main" id="{C7ABE21F-56DF-4C65-942A-984254A8519A}"/>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Which task gives AI the most influence over who receives an award?</a:t>
            </a:r>
          </a:p>
        </p:txBody>
      </p:sp>
      <p:sp>
        <p:nvSpPr>
          <p:cNvPr id="5" name="slide-number">
            <a:extLst xmlns:a="http://schemas.openxmlformats.org/drawingml/2006/main">
              <a:ext uri="{FF2B5EF4-FFF2-40B4-BE49-F238E27FC236}">
                <a16:creationId xmlns:a16="http://schemas.microsoft.com/office/drawing/2014/main" id="{F137A7C9-D034-44DB-9AC3-2EF05208F3A0}"/>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02</a:t>
            </a:r>
          </a:p>
        </p:txBody>
      </p:sp>
      <p:sp>
        <p:nvSpPr>
          <p:cNvPr id="6" name="activity-timing">
            <a:extLst xmlns:a="http://schemas.openxmlformats.org/drawingml/2006/main">
              <a:ext uri="{FF2B5EF4-FFF2-40B4-BE49-F238E27FC236}">
                <a16:creationId xmlns:a16="http://schemas.microsoft.com/office/drawing/2014/main" id="{8889C297-6817-4AAF-8B30-0C5876A61625}"/>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1     2 MINUTES     INDIVIDUAL VOTE</a:t>
            </a:r>
          </a:p>
        </p:txBody>
      </p:sp>
      <p:sp>
        <p:nvSpPr>
          <p:cNvPr id="7" name="a">
            <a:extLst xmlns:a="http://schemas.openxmlformats.org/drawingml/2006/main">
              <a:ext uri="{FF2B5EF4-FFF2-40B4-BE49-F238E27FC236}">
                <a16:creationId xmlns:a16="http://schemas.microsoft.com/office/drawing/2014/main" id="{CD856344-3892-4C61-A8D3-FAA2B21866C0}"/>
              </a:ext>
            </a:extLst>
          </p:cNvPr>
          <p:cNvSpPr>
            <a:spLocks xmlns:a="http://schemas.openxmlformats.org/drawingml/2006/main" noGrp="1"/>
          </p:cNvSpPr>
          <p:nvPr/>
        </p:nvSpPr>
        <p:spPr>
          <a:xfrm xmlns:a="http://schemas.openxmlformats.org/drawingml/2006/main">
            <a:off x="609600" y="2343150"/>
            <a:ext cx="2000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7200" b="1">
                <a:solidFill>
                  <a:srgbClr val="007D87"/>
                </a:solidFill>
                <a:latin typeface="DejaVu Sans"/>
                <a:ea typeface="DejaVu Sans"/>
                <a:cs typeface="DejaVu Sans"/>
              </a:defRPr>
            </a:defPPr>
            <a:lvl1pPr>
              <a:defRPr sz="7200" b="1">
                <a:solidFill>
                  <a:srgbClr val="007D87"/>
                </a:solidFill>
                <a:latin typeface="DejaVu Sans"/>
                <a:ea typeface="DejaVu Sans"/>
                <a:cs typeface="DejaVu Sans"/>
              </a:defRPr>
            </a:lvl1pPr>
            <a:lvl2pPr>
              <a:defRPr sz="7200" b="1">
                <a:solidFill>
                  <a:srgbClr val="007D87"/>
                </a:solidFill>
                <a:latin typeface="DejaVu Sans"/>
                <a:ea typeface="DejaVu Sans"/>
                <a:cs typeface="DejaVu Sans"/>
              </a:defRPr>
            </a:lvl2pPr>
            <a:lvl3pPr>
              <a:defRPr sz="7200" b="1">
                <a:solidFill>
                  <a:srgbClr val="007D87"/>
                </a:solidFill>
                <a:latin typeface="DejaVu Sans"/>
                <a:ea typeface="DejaVu Sans"/>
                <a:cs typeface="DejaVu Sans"/>
              </a:defRPr>
            </a:lvl3pPr>
            <a:lvl4pPr>
              <a:defRPr sz="7200" b="1">
                <a:solidFill>
                  <a:srgbClr val="007D87"/>
                </a:solidFill>
                <a:latin typeface="DejaVu Sans"/>
                <a:ea typeface="DejaVu Sans"/>
                <a:cs typeface="DejaVu Sans"/>
              </a:defRPr>
            </a:lvl4pPr>
            <a:lvl5pPr>
              <a:defRPr sz="7200" b="1">
                <a:solidFill>
                  <a:srgbClr val="007D87"/>
                </a:solidFill>
                <a:latin typeface="DejaVu Sans"/>
                <a:ea typeface="DejaVu Sans"/>
                <a:cs typeface="DejaVu Sans"/>
              </a:defRPr>
            </a:lvl5pPr>
            <a:lvl6pPr>
              <a:defRPr sz="7200" b="1">
                <a:solidFill>
                  <a:srgbClr val="007D87"/>
                </a:solidFill>
                <a:latin typeface="DejaVu Sans"/>
                <a:ea typeface="DejaVu Sans"/>
                <a:cs typeface="DejaVu Sans"/>
              </a:defRPr>
            </a:lvl6pPr>
            <a:lvl7pPr>
              <a:defRPr sz="7200" b="1">
                <a:solidFill>
                  <a:srgbClr val="007D87"/>
                </a:solidFill>
                <a:latin typeface="DejaVu Sans"/>
                <a:ea typeface="DejaVu Sans"/>
                <a:cs typeface="DejaVu Sans"/>
              </a:defRPr>
            </a:lvl7pPr>
            <a:lvl8pPr>
              <a:defRPr sz="7200" b="1">
                <a:solidFill>
                  <a:srgbClr val="007D87"/>
                </a:solidFill>
                <a:latin typeface="DejaVu Sans"/>
                <a:ea typeface="DejaVu Sans"/>
                <a:cs typeface="DejaVu Sans"/>
              </a:defRPr>
            </a:lvl8pPr>
            <a:lvl9pPr>
              <a:defRPr sz="7200" b="1">
                <a:solidFill>
                  <a:srgbClr val="007D87"/>
                </a:solidFill>
                <a:latin typeface="DejaVu Sans"/>
                <a:ea typeface="DejaVu Sans"/>
                <a:cs typeface="DejaVu Sans"/>
              </a:defRPr>
            </a:lvl9pPr>
          </a:lstStyle>
          <a:p xmlns:a="http://schemas.openxmlformats.org/drawingml/2006/main">
            <a:pPr>
              <a:defRPr sz="7200" b="1">
                <a:solidFill>
                  <a:srgbClr val="007D87"/>
                </a:solidFill>
                <a:latin typeface="DejaVu Sans"/>
                <a:ea typeface="DejaVu Sans"/>
                <a:cs typeface="DejaVu Sans"/>
              </a:defRPr>
            </a:pPr>
            <a:r>
              <a:rPr sz="7200" b="1">
                <a:solidFill>
                  <a:srgbClr val="007D87"/>
                </a:solidFill>
                <a:latin typeface="DejaVu Sans"/>
                <a:ea typeface="DejaVu Sans"/>
                <a:cs typeface="DejaVu Sans"/>
              </a:rPr>
              <a:t>A</a:t>
            </a:r>
          </a:p>
        </p:txBody>
      </p:sp>
      <p:sp>
        <p:nvSpPr>
          <p:cNvPr id="8" name="at">
            <a:extLst xmlns:a="http://schemas.openxmlformats.org/drawingml/2006/main">
              <a:ext uri="{FF2B5EF4-FFF2-40B4-BE49-F238E27FC236}">
                <a16:creationId xmlns:a16="http://schemas.microsoft.com/office/drawing/2014/main" id="{175C2905-F26F-4ED7-AEEB-1629859D1C9C}"/>
              </a:ext>
            </a:extLst>
          </p:cNvPr>
          <p:cNvSpPr>
            <a:spLocks xmlns:a="http://schemas.openxmlformats.org/drawingml/2006/main" noGrp="1"/>
          </p:cNvSpPr>
          <p:nvPr/>
        </p:nvSpPr>
        <p:spPr>
          <a:xfrm xmlns:a="http://schemas.openxmlformats.org/drawingml/2006/main">
            <a:off x="609600" y="3600450"/>
            <a:ext cx="30003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Flag a missing</a:t>
            </a:r>
          </a:p>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transcript</a:t>
            </a:r>
          </a:p>
        </p:txBody>
      </p:sp>
      <p:sp>
        <p:nvSpPr>
          <p:cNvPr id="9" name="b">
            <a:extLst xmlns:a="http://schemas.openxmlformats.org/drawingml/2006/main">
              <a:ext uri="{FF2B5EF4-FFF2-40B4-BE49-F238E27FC236}">
                <a16:creationId xmlns:a16="http://schemas.microsoft.com/office/drawing/2014/main" id="{6A4F60EA-0D29-4961-BEC8-2804522E14F4}"/>
              </a:ext>
            </a:extLst>
          </p:cNvPr>
          <p:cNvSpPr>
            <a:spLocks xmlns:a="http://schemas.openxmlformats.org/drawingml/2006/main" noGrp="1"/>
          </p:cNvSpPr>
          <p:nvPr/>
        </p:nvSpPr>
        <p:spPr>
          <a:xfrm xmlns:a="http://schemas.openxmlformats.org/drawingml/2006/main">
            <a:off x="4333875" y="2343150"/>
            <a:ext cx="2000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7200" b="1">
                <a:solidFill>
                  <a:srgbClr val="007D87"/>
                </a:solidFill>
                <a:latin typeface="DejaVu Sans"/>
                <a:ea typeface="DejaVu Sans"/>
                <a:cs typeface="DejaVu Sans"/>
              </a:defRPr>
            </a:defPPr>
            <a:lvl1pPr>
              <a:defRPr sz="7200" b="1">
                <a:solidFill>
                  <a:srgbClr val="007D87"/>
                </a:solidFill>
                <a:latin typeface="DejaVu Sans"/>
                <a:ea typeface="DejaVu Sans"/>
                <a:cs typeface="DejaVu Sans"/>
              </a:defRPr>
            </a:lvl1pPr>
            <a:lvl2pPr>
              <a:defRPr sz="7200" b="1">
                <a:solidFill>
                  <a:srgbClr val="007D87"/>
                </a:solidFill>
                <a:latin typeface="DejaVu Sans"/>
                <a:ea typeface="DejaVu Sans"/>
                <a:cs typeface="DejaVu Sans"/>
              </a:defRPr>
            </a:lvl2pPr>
            <a:lvl3pPr>
              <a:defRPr sz="7200" b="1">
                <a:solidFill>
                  <a:srgbClr val="007D87"/>
                </a:solidFill>
                <a:latin typeface="DejaVu Sans"/>
                <a:ea typeface="DejaVu Sans"/>
                <a:cs typeface="DejaVu Sans"/>
              </a:defRPr>
            </a:lvl3pPr>
            <a:lvl4pPr>
              <a:defRPr sz="7200" b="1">
                <a:solidFill>
                  <a:srgbClr val="007D87"/>
                </a:solidFill>
                <a:latin typeface="DejaVu Sans"/>
                <a:ea typeface="DejaVu Sans"/>
                <a:cs typeface="DejaVu Sans"/>
              </a:defRPr>
            </a:lvl4pPr>
            <a:lvl5pPr>
              <a:defRPr sz="7200" b="1">
                <a:solidFill>
                  <a:srgbClr val="007D87"/>
                </a:solidFill>
                <a:latin typeface="DejaVu Sans"/>
                <a:ea typeface="DejaVu Sans"/>
                <a:cs typeface="DejaVu Sans"/>
              </a:defRPr>
            </a:lvl5pPr>
            <a:lvl6pPr>
              <a:defRPr sz="7200" b="1">
                <a:solidFill>
                  <a:srgbClr val="007D87"/>
                </a:solidFill>
                <a:latin typeface="DejaVu Sans"/>
                <a:ea typeface="DejaVu Sans"/>
                <a:cs typeface="DejaVu Sans"/>
              </a:defRPr>
            </a:lvl6pPr>
            <a:lvl7pPr>
              <a:defRPr sz="7200" b="1">
                <a:solidFill>
                  <a:srgbClr val="007D87"/>
                </a:solidFill>
                <a:latin typeface="DejaVu Sans"/>
                <a:ea typeface="DejaVu Sans"/>
                <a:cs typeface="DejaVu Sans"/>
              </a:defRPr>
            </a:lvl7pPr>
            <a:lvl8pPr>
              <a:defRPr sz="7200" b="1">
                <a:solidFill>
                  <a:srgbClr val="007D87"/>
                </a:solidFill>
                <a:latin typeface="DejaVu Sans"/>
                <a:ea typeface="DejaVu Sans"/>
                <a:cs typeface="DejaVu Sans"/>
              </a:defRPr>
            </a:lvl8pPr>
            <a:lvl9pPr>
              <a:defRPr sz="7200" b="1">
                <a:solidFill>
                  <a:srgbClr val="007D87"/>
                </a:solidFill>
                <a:latin typeface="DejaVu Sans"/>
                <a:ea typeface="DejaVu Sans"/>
                <a:cs typeface="DejaVu Sans"/>
              </a:defRPr>
            </a:lvl9pPr>
          </a:lstStyle>
          <a:p xmlns:a="http://schemas.openxmlformats.org/drawingml/2006/main">
            <a:pPr>
              <a:defRPr sz="7200" b="1">
                <a:solidFill>
                  <a:srgbClr val="007D87"/>
                </a:solidFill>
                <a:latin typeface="DejaVu Sans"/>
                <a:ea typeface="DejaVu Sans"/>
                <a:cs typeface="DejaVu Sans"/>
              </a:defRPr>
            </a:pPr>
            <a:r>
              <a:rPr sz="7200" b="1">
                <a:solidFill>
                  <a:srgbClr val="007D87"/>
                </a:solidFill>
                <a:latin typeface="DejaVu Sans"/>
                <a:ea typeface="DejaVu Sans"/>
                <a:cs typeface="DejaVu Sans"/>
              </a:rPr>
              <a:t>B</a:t>
            </a:r>
          </a:p>
        </p:txBody>
      </p:sp>
      <p:sp>
        <p:nvSpPr>
          <p:cNvPr id="10" name="bt">
            <a:extLst xmlns:a="http://schemas.openxmlformats.org/drawingml/2006/main">
              <a:ext uri="{FF2B5EF4-FFF2-40B4-BE49-F238E27FC236}">
                <a16:creationId xmlns:a16="http://schemas.microsoft.com/office/drawing/2014/main" id="{C2F908D9-066F-4D8F-9B92-F76AA27B5147}"/>
              </a:ext>
            </a:extLst>
          </p:cNvPr>
          <p:cNvSpPr>
            <a:spLocks xmlns:a="http://schemas.openxmlformats.org/drawingml/2006/main" noGrp="1"/>
          </p:cNvSpPr>
          <p:nvPr/>
        </p:nvSpPr>
        <p:spPr>
          <a:xfrm xmlns:a="http://schemas.openxmlformats.org/drawingml/2006/main">
            <a:off x="4333875" y="3600450"/>
            <a:ext cx="3143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Summarize evidence</a:t>
            </a:r>
          </a:p>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of leadership</a:t>
            </a:r>
          </a:p>
        </p:txBody>
      </p:sp>
      <p:sp>
        <p:nvSpPr>
          <p:cNvPr id="11" name="c">
            <a:extLst xmlns:a="http://schemas.openxmlformats.org/drawingml/2006/main">
              <a:ext uri="{FF2B5EF4-FFF2-40B4-BE49-F238E27FC236}">
                <a16:creationId xmlns:a16="http://schemas.microsoft.com/office/drawing/2014/main" id="{9C0106FC-2655-475B-A3DE-BCFE40E2327E}"/>
              </a:ext>
            </a:extLst>
          </p:cNvPr>
          <p:cNvSpPr>
            <a:spLocks xmlns:a="http://schemas.openxmlformats.org/drawingml/2006/main" noGrp="1"/>
          </p:cNvSpPr>
          <p:nvPr/>
        </p:nvSpPr>
        <p:spPr>
          <a:xfrm xmlns:a="http://schemas.openxmlformats.org/drawingml/2006/main">
            <a:off x="8172450" y="2343150"/>
            <a:ext cx="2000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7200" b="1">
                <a:solidFill>
                  <a:srgbClr val="D84D20"/>
                </a:solidFill>
                <a:latin typeface="DejaVu Sans"/>
                <a:ea typeface="DejaVu Sans"/>
                <a:cs typeface="DejaVu Sans"/>
              </a:defRPr>
            </a:defPPr>
            <a:lvl1pPr>
              <a:defRPr sz="7200" b="1">
                <a:solidFill>
                  <a:srgbClr val="D84D20"/>
                </a:solidFill>
                <a:latin typeface="DejaVu Sans"/>
                <a:ea typeface="DejaVu Sans"/>
                <a:cs typeface="DejaVu Sans"/>
              </a:defRPr>
            </a:lvl1pPr>
            <a:lvl2pPr>
              <a:defRPr sz="7200" b="1">
                <a:solidFill>
                  <a:srgbClr val="D84D20"/>
                </a:solidFill>
                <a:latin typeface="DejaVu Sans"/>
                <a:ea typeface="DejaVu Sans"/>
                <a:cs typeface="DejaVu Sans"/>
              </a:defRPr>
            </a:lvl2pPr>
            <a:lvl3pPr>
              <a:defRPr sz="7200" b="1">
                <a:solidFill>
                  <a:srgbClr val="D84D20"/>
                </a:solidFill>
                <a:latin typeface="DejaVu Sans"/>
                <a:ea typeface="DejaVu Sans"/>
                <a:cs typeface="DejaVu Sans"/>
              </a:defRPr>
            </a:lvl3pPr>
            <a:lvl4pPr>
              <a:defRPr sz="7200" b="1">
                <a:solidFill>
                  <a:srgbClr val="D84D20"/>
                </a:solidFill>
                <a:latin typeface="DejaVu Sans"/>
                <a:ea typeface="DejaVu Sans"/>
                <a:cs typeface="DejaVu Sans"/>
              </a:defRPr>
            </a:lvl4pPr>
            <a:lvl5pPr>
              <a:defRPr sz="7200" b="1">
                <a:solidFill>
                  <a:srgbClr val="D84D20"/>
                </a:solidFill>
                <a:latin typeface="DejaVu Sans"/>
                <a:ea typeface="DejaVu Sans"/>
                <a:cs typeface="DejaVu Sans"/>
              </a:defRPr>
            </a:lvl5pPr>
            <a:lvl6pPr>
              <a:defRPr sz="7200" b="1">
                <a:solidFill>
                  <a:srgbClr val="D84D20"/>
                </a:solidFill>
                <a:latin typeface="DejaVu Sans"/>
                <a:ea typeface="DejaVu Sans"/>
                <a:cs typeface="DejaVu Sans"/>
              </a:defRPr>
            </a:lvl6pPr>
            <a:lvl7pPr>
              <a:defRPr sz="7200" b="1">
                <a:solidFill>
                  <a:srgbClr val="D84D20"/>
                </a:solidFill>
                <a:latin typeface="DejaVu Sans"/>
                <a:ea typeface="DejaVu Sans"/>
                <a:cs typeface="DejaVu Sans"/>
              </a:defRPr>
            </a:lvl7pPr>
            <a:lvl8pPr>
              <a:defRPr sz="7200" b="1">
                <a:solidFill>
                  <a:srgbClr val="D84D20"/>
                </a:solidFill>
                <a:latin typeface="DejaVu Sans"/>
                <a:ea typeface="DejaVu Sans"/>
                <a:cs typeface="DejaVu Sans"/>
              </a:defRPr>
            </a:lvl8pPr>
            <a:lvl9pPr>
              <a:defRPr sz="7200" b="1">
                <a:solidFill>
                  <a:srgbClr val="D84D20"/>
                </a:solidFill>
                <a:latin typeface="DejaVu Sans"/>
                <a:ea typeface="DejaVu Sans"/>
                <a:cs typeface="DejaVu Sans"/>
              </a:defRPr>
            </a:lvl9pPr>
          </a:lstStyle>
          <a:p xmlns:a="http://schemas.openxmlformats.org/drawingml/2006/main">
            <a:pPr>
              <a:defRPr sz="7200" b="1">
                <a:solidFill>
                  <a:srgbClr val="D84D20"/>
                </a:solidFill>
                <a:latin typeface="DejaVu Sans"/>
                <a:ea typeface="DejaVu Sans"/>
                <a:cs typeface="DejaVu Sans"/>
              </a:defRPr>
            </a:pPr>
            <a:r>
              <a:rPr sz="7200" b="1">
                <a:solidFill>
                  <a:srgbClr val="D84D20"/>
                </a:solidFill>
                <a:latin typeface="DejaVu Sans"/>
                <a:ea typeface="DejaVu Sans"/>
                <a:cs typeface="DejaVu Sans"/>
              </a:rPr>
              <a:t>C</a:t>
            </a:r>
          </a:p>
        </p:txBody>
      </p:sp>
      <p:sp>
        <p:nvSpPr>
          <p:cNvPr id="12" name="ct">
            <a:extLst xmlns:a="http://schemas.openxmlformats.org/drawingml/2006/main">
              <a:ext uri="{FF2B5EF4-FFF2-40B4-BE49-F238E27FC236}">
                <a16:creationId xmlns:a16="http://schemas.microsoft.com/office/drawing/2014/main" id="{5013725E-4898-4D7B-BF99-8C8C6357E2C6}"/>
              </a:ext>
            </a:extLst>
          </p:cNvPr>
          <p:cNvSpPr>
            <a:spLocks xmlns:a="http://schemas.openxmlformats.org/drawingml/2006/main" noGrp="1"/>
          </p:cNvSpPr>
          <p:nvPr/>
        </p:nvSpPr>
        <p:spPr>
          <a:xfrm xmlns:a="http://schemas.openxmlformats.org/drawingml/2006/main">
            <a:off x="8172450" y="3600450"/>
            <a:ext cx="3143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Rank the</a:t>
            </a:r>
          </a:p>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finalists</a:t>
            </a:r>
          </a:p>
        </p:txBody>
      </p:sp>
      <p:sp>
        <p:nvSpPr>
          <p:cNvPr id="13" name="prompt">
            <a:extLst xmlns:a="http://schemas.openxmlformats.org/drawingml/2006/main">
              <a:ext uri="{FF2B5EF4-FFF2-40B4-BE49-F238E27FC236}">
                <a16:creationId xmlns:a16="http://schemas.microsoft.com/office/drawing/2014/main" id="{CF7203E9-71BA-4137-A250-B34D88F8C4BC}"/>
              </a:ext>
            </a:extLst>
          </p:cNvPr>
          <p:cNvSpPr>
            <a:spLocks xmlns:a="http://schemas.openxmlformats.org/drawingml/2006/main" noGrp="1"/>
          </p:cNvSpPr>
          <p:nvPr/>
        </p:nvSpPr>
        <p:spPr>
          <a:xfrm xmlns:a="http://schemas.openxmlformats.org/drawingml/2006/main">
            <a:off x="609600" y="55245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123E4F"/>
                </a:solidFill>
                <a:latin typeface="DejaVu Sans"/>
                <a:ea typeface="DejaVu Sans"/>
                <a:cs typeface="DejaVu Sans"/>
              </a:defRPr>
            </a:defPPr>
            <a:lvl1pPr>
              <a:defRPr sz="2025" b="0">
                <a:solidFill>
                  <a:srgbClr val="123E4F"/>
                </a:solidFill>
                <a:latin typeface="DejaVu Sans"/>
                <a:ea typeface="DejaVu Sans"/>
                <a:cs typeface="DejaVu Sans"/>
              </a:defRPr>
            </a:lvl1pPr>
            <a:lvl2pPr>
              <a:defRPr sz="2025" b="0">
                <a:solidFill>
                  <a:srgbClr val="123E4F"/>
                </a:solidFill>
                <a:latin typeface="DejaVu Sans"/>
                <a:ea typeface="DejaVu Sans"/>
                <a:cs typeface="DejaVu Sans"/>
              </a:defRPr>
            </a:lvl2pPr>
            <a:lvl3pPr>
              <a:defRPr sz="2025" b="0">
                <a:solidFill>
                  <a:srgbClr val="123E4F"/>
                </a:solidFill>
                <a:latin typeface="DejaVu Sans"/>
                <a:ea typeface="DejaVu Sans"/>
                <a:cs typeface="DejaVu Sans"/>
              </a:defRPr>
            </a:lvl3pPr>
            <a:lvl4pPr>
              <a:defRPr sz="2025" b="0">
                <a:solidFill>
                  <a:srgbClr val="123E4F"/>
                </a:solidFill>
                <a:latin typeface="DejaVu Sans"/>
                <a:ea typeface="DejaVu Sans"/>
                <a:cs typeface="DejaVu Sans"/>
              </a:defRPr>
            </a:lvl4pPr>
            <a:lvl5pPr>
              <a:defRPr sz="2025" b="0">
                <a:solidFill>
                  <a:srgbClr val="123E4F"/>
                </a:solidFill>
                <a:latin typeface="DejaVu Sans"/>
                <a:ea typeface="DejaVu Sans"/>
                <a:cs typeface="DejaVu Sans"/>
              </a:defRPr>
            </a:lvl5pPr>
            <a:lvl6pPr>
              <a:defRPr sz="2025" b="0">
                <a:solidFill>
                  <a:srgbClr val="123E4F"/>
                </a:solidFill>
                <a:latin typeface="DejaVu Sans"/>
                <a:ea typeface="DejaVu Sans"/>
                <a:cs typeface="DejaVu Sans"/>
              </a:defRPr>
            </a:lvl6pPr>
            <a:lvl7pPr>
              <a:defRPr sz="2025" b="0">
                <a:solidFill>
                  <a:srgbClr val="123E4F"/>
                </a:solidFill>
                <a:latin typeface="DejaVu Sans"/>
                <a:ea typeface="DejaVu Sans"/>
                <a:cs typeface="DejaVu Sans"/>
              </a:defRPr>
            </a:lvl7pPr>
            <a:lvl8pPr>
              <a:defRPr sz="2025" b="0">
                <a:solidFill>
                  <a:srgbClr val="123E4F"/>
                </a:solidFill>
                <a:latin typeface="DejaVu Sans"/>
                <a:ea typeface="DejaVu Sans"/>
                <a:cs typeface="DejaVu Sans"/>
              </a:defRPr>
            </a:lvl8pPr>
            <a:lvl9pPr>
              <a:defRPr sz="2025" b="0">
                <a:solidFill>
                  <a:srgbClr val="123E4F"/>
                </a:solidFill>
                <a:latin typeface="DejaVu Sans"/>
                <a:ea typeface="DejaVu Sans"/>
                <a:cs typeface="DejaVu Sans"/>
              </a:defRPr>
            </a:lvl9pPr>
          </a:lstStyle>
          <a:p xmlns:a="http://schemas.openxmlformats.org/drawingml/2006/main">
            <a:pPr>
              <a:defRPr sz="2025" b="0">
                <a:solidFill>
                  <a:srgbClr val="123E4F"/>
                </a:solidFill>
                <a:latin typeface="DejaVu Sans"/>
                <a:ea typeface="DejaVu Sans"/>
                <a:cs typeface="DejaVu Sans"/>
              </a:defRPr>
            </a:pPr>
            <a:r>
              <a:rPr sz="2025" b="0">
                <a:solidFill>
                  <a:srgbClr val="123E4F"/>
                </a:solidFill>
                <a:latin typeface="DejaVu Sans"/>
                <a:ea typeface="DejaVu Sans"/>
                <a:cs typeface="DejaVu Sans"/>
              </a:rPr>
              <a:t>Vote A, B, or C. Tell a partner what could go wrong.</a:t>
            </a:r>
          </a:p>
        </p:txBody>
      </p:sp>
    </p:spTree>
    <p:extLst>
      <p:ext uri="{BB962C8B-B14F-4D97-AF65-F5344CB8AC3E}">
        <p14:creationId xmlns:p14="http://schemas.microsoft.com/office/powerpoint/2010/main" val="15638732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3B4CC99-E640-4FD5-A1E2-4D8931EB1B3B}"/>
              </a:ext>
            </a:extLst>
          </p:cNvPr>
          <p:cNvPicPr>
            <a:picLocks xmlns:a="http://schemas.openxmlformats.org/drawingml/2006/main" noChangeAspect="1"/>
          </p:cNvPicPr>
          <p:nvPr/>
        </p:nvPicPr>
        <p:blipFill>
          <a:blip xmlns:r="http://schemas.openxmlformats.org/officeDocument/2006/relationships" xmlns:a="http://schemas.openxmlformats.org/drawingml/2006/main" r:embed="R37bae524f3bc4364"/>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7C76042A-3297-48BE-A9BC-FAB93AB9B3C9}"/>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AI authority in the review process</a:t>
            </a:r>
          </a:p>
        </p:txBody>
      </p:sp>
      <p:sp>
        <p:nvSpPr>
          <p:cNvPr id="4" name="subtitle">
            <a:extLst xmlns:a="http://schemas.openxmlformats.org/drawingml/2006/main">
              <a:ext uri="{FF2B5EF4-FFF2-40B4-BE49-F238E27FC236}">
                <a16:creationId xmlns:a16="http://schemas.microsoft.com/office/drawing/2014/main" id="{528D8935-01FD-4C38-9B96-910F943C970F}"/>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A suggested boundary for your local policy</a:t>
            </a:r>
          </a:p>
        </p:txBody>
      </p:sp>
      <p:sp>
        <p:nvSpPr>
          <p:cNvPr id="5" name="slide-number">
            <a:extLst xmlns:a="http://schemas.openxmlformats.org/drawingml/2006/main">
              <a:ext uri="{FF2B5EF4-FFF2-40B4-BE49-F238E27FC236}">
                <a16:creationId xmlns:a16="http://schemas.microsoft.com/office/drawing/2014/main" id="{E6BF446B-4A70-4E0A-B2A0-BD9CA4151B73}"/>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03</a:t>
            </a:r>
          </a:p>
        </p:txBody>
      </p:sp>
      <p:pic>
        <p:nvPicPr>
          <p:cNvPr id="6" name="">
            <a:extLst xmlns:a="http://schemas.openxmlformats.org/drawingml/2006/main">
              <a:ext uri="{FF2B5EF4-FFF2-40B4-BE49-F238E27FC236}">
                <a16:creationId xmlns:a16="http://schemas.microsoft.com/office/drawing/2014/main" id="{03BC10E2-1B85-4EC4-A45E-79165E8D8081}"/>
              </a:ext>
            </a:extLst>
          </p:cNvPr>
          <p:cNvPicPr>
            <a:picLocks xmlns:a="http://schemas.openxmlformats.org/drawingml/2006/main" noChangeAspect="1"/>
          </p:cNvPicPr>
          <p:nvPr/>
        </p:nvPicPr>
        <p:blipFill>
          <a:blip xmlns:r="http://schemas.openxmlformats.org/officeDocument/2006/relationships" xmlns:a="http://schemas.openxmlformats.org/drawingml/2006/main" r:embed="Re8fd783326cc4a77"/>
          <a:stretch xmlns:a="http://schemas.openxmlformats.org/drawingml/2006/main"/>
        </p:blipFill>
        <p:spPr>
          <a:xfrm xmlns:a="http://schemas.openxmlformats.org/drawingml/2006/main">
            <a:off x="5905500" y="2047875"/>
            <a:ext cx="5715000" cy="3810000"/>
          </a:xfrm>
          <a:prstGeom xmlns:a="http://schemas.openxmlformats.org/drawingml/2006/main" prst="rect">
            <a:avLst/>
          </a:prstGeom>
        </p:spPr>
      </p:pic>
      <p:sp>
        <p:nvSpPr>
          <p:cNvPr id="7" name="visual-assist-title">
            <a:extLst xmlns:a="http://schemas.openxmlformats.org/drawingml/2006/main">
              <a:ext uri="{FF2B5EF4-FFF2-40B4-BE49-F238E27FC236}">
                <a16:creationId xmlns:a16="http://schemas.microsoft.com/office/drawing/2014/main" id="{DA9A38A6-DA84-4415-9D1C-208FC25D742C}"/>
              </a:ext>
            </a:extLst>
          </p:cNvPr>
          <p:cNvSpPr>
            <a:spLocks xmlns:a="http://schemas.openxmlformats.org/drawingml/2006/main" noGrp="1"/>
          </p:cNvSpPr>
          <p:nvPr/>
        </p:nvSpPr>
        <p:spPr>
          <a:xfrm xmlns:a="http://schemas.openxmlformats.org/drawingml/2006/main">
            <a:off x="609600" y="2257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007D87"/>
                </a:solidFill>
                <a:latin typeface="DejaVu Sans"/>
                <a:ea typeface="DejaVu Sans"/>
                <a:cs typeface="DejaVu Sans"/>
              </a:defRPr>
            </a:defPPr>
            <a:lvl1pPr>
              <a:defRPr sz="2175" b="1">
                <a:solidFill>
                  <a:srgbClr val="007D87"/>
                </a:solidFill>
                <a:latin typeface="DejaVu Sans"/>
                <a:ea typeface="DejaVu Sans"/>
                <a:cs typeface="DejaVu Sans"/>
              </a:defRPr>
            </a:lvl1pPr>
            <a:lvl2pPr>
              <a:defRPr sz="2175" b="1">
                <a:solidFill>
                  <a:srgbClr val="007D87"/>
                </a:solidFill>
                <a:latin typeface="DejaVu Sans"/>
                <a:ea typeface="DejaVu Sans"/>
                <a:cs typeface="DejaVu Sans"/>
              </a:defRPr>
            </a:lvl2pPr>
            <a:lvl3pPr>
              <a:defRPr sz="2175" b="1">
                <a:solidFill>
                  <a:srgbClr val="007D87"/>
                </a:solidFill>
                <a:latin typeface="DejaVu Sans"/>
                <a:ea typeface="DejaVu Sans"/>
                <a:cs typeface="DejaVu Sans"/>
              </a:defRPr>
            </a:lvl3pPr>
            <a:lvl4pPr>
              <a:defRPr sz="2175" b="1">
                <a:solidFill>
                  <a:srgbClr val="007D87"/>
                </a:solidFill>
                <a:latin typeface="DejaVu Sans"/>
                <a:ea typeface="DejaVu Sans"/>
                <a:cs typeface="DejaVu Sans"/>
              </a:defRPr>
            </a:lvl4pPr>
            <a:lvl5pPr>
              <a:defRPr sz="2175" b="1">
                <a:solidFill>
                  <a:srgbClr val="007D87"/>
                </a:solidFill>
                <a:latin typeface="DejaVu Sans"/>
                <a:ea typeface="DejaVu Sans"/>
                <a:cs typeface="DejaVu Sans"/>
              </a:defRPr>
            </a:lvl5pPr>
            <a:lvl6pPr>
              <a:defRPr sz="2175" b="1">
                <a:solidFill>
                  <a:srgbClr val="007D87"/>
                </a:solidFill>
                <a:latin typeface="DejaVu Sans"/>
                <a:ea typeface="DejaVu Sans"/>
                <a:cs typeface="DejaVu Sans"/>
              </a:defRPr>
            </a:lvl6pPr>
            <a:lvl7pPr>
              <a:defRPr sz="2175" b="1">
                <a:solidFill>
                  <a:srgbClr val="007D87"/>
                </a:solidFill>
                <a:latin typeface="DejaVu Sans"/>
                <a:ea typeface="DejaVu Sans"/>
                <a:cs typeface="DejaVu Sans"/>
              </a:defRPr>
            </a:lvl7pPr>
            <a:lvl8pPr>
              <a:defRPr sz="2175" b="1">
                <a:solidFill>
                  <a:srgbClr val="007D87"/>
                </a:solidFill>
                <a:latin typeface="DejaVu Sans"/>
                <a:ea typeface="DejaVu Sans"/>
                <a:cs typeface="DejaVu Sans"/>
              </a:defRPr>
            </a:lvl8pPr>
            <a:lvl9pPr>
              <a:defRPr sz="2175" b="1">
                <a:solidFill>
                  <a:srgbClr val="007D87"/>
                </a:solidFill>
                <a:latin typeface="DejaVu Sans"/>
                <a:ea typeface="DejaVu Sans"/>
                <a:cs typeface="DejaVu Sans"/>
              </a:defRPr>
            </a:lvl9pPr>
          </a:lstStyle>
          <a:p xmlns:a="http://schemas.openxmlformats.org/drawingml/2006/main">
            <a:pPr>
              <a:defRPr sz="2175" b="1">
                <a:solidFill>
                  <a:srgbClr val="007D87"/>
                </a:solidFill>
                <a:latin typeface="DejaVu Sans"/>
                <a:ea typeface="DejaVu Sans"/>
                <a:cs typeface="DejaVu Sans"/>
              </a:defRPr>
            </a:pPr>
            <a:r>
              <a:rPr sz="2175" b="1">
                <a:solidFill>
                  <a:srgbClr val="007D87"/>
                </a:solidFill>
                <a:latin typeface="DejaVu Sans"/>
                <a:ea typeface="DejaVu Sans"/>
                <a:cs typeface="DejaVu Sans"/>
              </a:rPr>
              <a:t>ASSIST</a:t>
            </a:r>
          </a:p>
        </p:txBody>
      </p:sp>
      <p:sp>
        <p:nvSpPr>
          <p:cNvPr id="8" name="visual-assist-body">
            <a:extLst xmlns:a="http://schemas.openxmlformats.org/drawingml/2006/main">
              <a:ext uri="{FF2B5EF4-FFF2-40B4-BE49-F238E27FC236}">
                <a16:creationId xmlns:a16="http://schemas.microsoft.com/office/drawing/2014/main" id="{63BA8947-3222-490E-B85C-6CBE23096570}"/>
              </a:ext>
            </a:extLst>
          </p:cNvPr>
          <p:cNvSpPr>
            <a:spLocks xmlns:a="http://schemas.openxmlformats.org/drawingml/2006/main" noGrp="1"/>
          </p:cNvSpPr>
          <p:nvPr/>
        </p:nvSpPr>
        <p:spPr>
          <a:xfrm xmlns:a="http://schemas.openxmlformats.org/drawingml/2006/main">
            <a:off x="609600" y="2724150"/>
            <a:ext cx="48577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Organize files and inventories.</a:t>
            </a:r>
          </a:p>
        </p:txBody>
      </p:sp>
      <p:sp>
        <p:nvSpPr>
          <p:cNvPr id="9" name="visual-check-title">
            <a:extLst xmlns:a="http://schemas.openxmlformats.org/drawingml/2006/main">
              <a:ext uri="{FF2B5EF4-FFF2-40B4-BE49-F238E27FC236}">
                <a16:creationId xmlns:a16="http://schemas.microsoft.com/office/drawing/2014/main" id="{80947604-FED2-4FA6-BAE4-B9347010AC9E}"/>
              </a:ext>
            </a:extLst>
          </p:cNvPr>
          <p:cNvSpPr>
            <a:spLocks xmlns:a="http://schemas.openxmlformats.org/drawingml/2006/main" noGrp="1"/>
          </p:cNvSpPr>
          <p:nvPr/>
        </p:nvSpPr>
        <p:spPr>
          <a:xfrm xmlns:a="http://schemas.openxmlformats.org/drawingml/2006/main">
            <a:off x="609600" y="34766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007D87"/>
                </a:solidFill>
                <a:latin typeface="DejaVu Sans"/>
                <a:ea typeface="DejaVu Sans"/>
                <a:cs typeface="DejaVu Sans"/>
              </a:defRPr>
            </a:defPPr>
            <a:lvl1pPr>
              <a:defRPr sz="2175" b="1">
                <a:solidFill>
                  <a:srgbClr val="007D87"/>
                </a:solidFill>
                <a:latin typeface="DejaVu Sans"/>
                <a:ea typeface="DejaVu Sans"/>
                <a:cs typeface="DejaVu Sans"/>
              </a:defRPr>
            </a:lvl1pPr>
            <a:lvl2pPr>
              <a:defRPr sz="2175" b="1">
                <a:solidFill>
                  <a:srgbClr val="007D87"/>
                </a:solidFill>
                <a:latin typeface="DejaVu Sans"/>
                <a:ea typeface="DejaVu Sans"/>
                <a:cs typeface="DejaVu Sans"/>
              </a:defRPr>
            </a:lvl2pPr>
            <a:lvl3pPr>
              <a:defRPr sz="2175" b="1">
                <a:solidFill>
                  <a:srgbClr val="007D87"/>
                </a:solidFill>
                <a:latin typeface="DejaVu Sans"/>
                <a:ea typeface="DejaVu Sans"/>
                <a:cs typeface="DejaVu Sans"/>
              </a:defRPr>
            </a:lvl3pPr>
            <a:lvl4pPr>
              <a:defRPr sz="2175" b="1">
                <a:solidFill>
                  <a:srgbClr val="007D87"/>
                </a:solidFill>
                <a:latin typeface="DejaVu Sans"/>
                <a:ea typeface="DejaVu Sans"/>
                <a:cs typeface="DejaVu Sans"/>
              </a:defRPr>
            </a:lvl4pPr>
            <a:lvl5pPr>
              <a:defRPr sz="2175" b="1">
                <a:solidFill>
                  <a:srgbClr val="007D87"/>
                </a:solidFill>
                <a:latin typeface="DejaVu Sans"/>
                <a:ea typeface="DejaVu Sans"/>
                <a:cs typeface="DejaVu Sans"/>
              </a:defRPr>
            </a:lvl5pPr>
            <a:lvl6pPr>
              <a:defRPr sz="2175" b="1">
                <a:solidFill>
                  <a:srgbClr val="007D87"/>
                </a:solidFill>
                <a:latin typeface="DejaVu Sans"/>
                <a:ea typeface="DejaVu Sans"/>
                <a:cs typeface="DejaVu Sans"/>
              </a:defRPr>
            </a:lvl6pPr>
            <a:lvl7pPr>
              <a:defRPr sz="2175" b="1">
                <a:solidFill>
                  <a:srgbClr val="007D87"/>
                </a:solidFill>
                <a:latin typeface="DejaVu Sans"/>
                <a:ea typeface="DejaVu Sans"/>
                <a:cs typeface="DejaVu Sans"/>
              </a:defRPr>
            </a:lvl7pPr>
            <a:lvl8pPr>
              <a:defRPr sz="2175" b="1">
                <a:solidFill>
                  <a:srgbClr val="007D87"/>
                </a:solidFill>
                <a:latin typeface="DejaVu Sans"/>
                <a:ea typeface="DejaVu Sans"/>
                <a:cs typeface="DejaVu Sans"/>
              </a:defRPr>
            </a:lvl8pPr>
            <a:lvl9pPr>
              <a:defRPr sz="2175" b="1">
                <a:solidFill>
                  <a:srgbClr val="007D87"/>
                </a:solidFill>
                <a:latin typeface="DejaVu Sans"/>
                <a:ea typeface="DejaVu Sans"/>
                <a:cs typeface="DejaVu Sans"/>
              </a:defRPr>
            </a:lvl9pPr>
          </a:lstStyle>
          <a:p xmlns:a="http://schemas.openxmlformats.org/drawingml/2006/main">
            <a:pPr>
              <a:defRPr sz="2175" b="1">
                <a:solidFill>
                  <a:srgbClr val="007D87"/>
                </a:solidFill>
                <a:latin typeface="DejaVu Sans"/>
                <a:ea typeface="DejaVu Sans"/>
                <a:cs typeface="DejaVu Sans"/>
              </a:defRPr>
            </a:pPr>
            <a:r>
              <a:rPr sz="2175" b="1">
                <a:solidFill>
                  <a:srgbClr val="007D87"/>
                </a:solidFill>
                <a:latin typeface="DejaVu Sans"/>
                <a:ea typeface="DejaVu Sans"/>
                <a:cs typeface="DejaVu Sans"/>
              </a:rPr>
              <a:t>CHECK</a:t>
            </a:r>
          </a:p>
        </p:txBody>
      </p:sp>
      <p:sp>
        <p:nvSpPr>
          <p:cNvPr id="10" name="visual-check-body">
            <a:extLst xmlns:a="http://schemas.openxmlformats.org/drawingml/2006/main">
              <a:ext uri="{FF2B5EF4-FFF2-40B4-BE49-F238E27FC236}">
                <a16:creationId xmlns:a16="http://schemas.microsoft.com/office/drawing/2014/main" id="{89A7390D-0A00-483A-8C62-E35ADB30FE9A}"/>
              </a:ext>
            </a:extLst>
          </p:cNvPr>
          <p:cNvSpPr>
            <a:spLocks xmlns:a="http://schemas.openxmlformats.org/drawingml/2006/main" noGrp="1"/>
          </p:cNvSpPr>
          <p:nvPr/>
        </p:nvSpPr>
        <p:spPr>
          <a:xfrm xmlns:a="http://schemas.openxmlformats.org/drawingml/2006/main">
            <a:off x="609600" y="3943350"/>
            <a:ext cx="48577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Verify quotations and rubric matches.</a:t>
            </a:r>
          </a:p>
        </p:txBody>
      </p:sp>
      <p:sp>
        <p:nvSpPr>
          <p:cNvPr id="11" name="visual-human-title">
            <a:extLst xmlns:a="http://schemas.openxmlformats.org/drawingml/2006/main">
              <a:ext uri="{FF2B5EF4-FFF2-40B4-BE49-F238E27FC236}">
                <a16:creationId xmlns:a16="http://schemas.microsoft.com/office/drawing/2014/main" id="{188918B2-A3EF-4426-A704-1C04B16A1F80}"/>
              </a:ext>
            </a:extLst>
          </p:cNvPr>
          <p:cNvSpPr>
            <a:spLocks xmlns:a="http://schemas.openxmlformats.org/drawingml/2006/main" noGrp="1"/>
          </p:cNvSpPr>
          <p:nvPr/>
        </p:nvSpPr>
        <p:spPr>
          <a:xfrm xmlns:a="http://schemas.openxmlformats.org/drawingml/2006/main">
            <a:off x="609600" y="4924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D84D20"/>
                </a:solidFill>
                <a:latin typeface="DejaVu Sans"/>
                <a:ea typeface="DejaVu Sans"/>
                <a:cs typeface="DejaVu Sans"/>
              </a:defRPr>
            </a:defPPr>
            <a:lvl1pPr>
              <a:defRPr sz="2175" b="1">
                <a:solidFill>
                  <a:srgbClr val="D84D20"/>
                </a:solidFill>
                <a:latin typeface="DejaVu Sans"/>
                <a:ea typeface="DejaVu Sans"/>
                <a:cs typeface="DejaVu Sans"/>
              </a:defRPr>
            </a:lvl1pPr>
            <a:lvl2pPr>
              <a:defRPr sz="2175" b="1">
                <a:solidFill>
                  <a:srgbClr val="D84D20"/>
                </a:solidFill>
                <a:latin typeface="DejaVu Sans"/>
                <a:ea typeface="DejaVu Sans"/>
                <a:cs typeface="DejaVu Sans"/>
              </a:defRPr>
            </a:lvl2pPr>
            <a:lvl3pPr>
              <a:defRPr sz="2175" b="1">
                <a:solidFill>
                  <a:srgbClr val="D84D20"/>
                </a:solidFill>
                <a:latin typeface="DejaVu Sans"/>
                <a:ea typeface="DejaVu Sans"/>
                <a:cs typeface="DejaVu Sans"/>
              </a:defRPr>
            </a:lvl3pPr>
            <a:lvl4pPr>
              <a:defRPr sz="2175" b="1">
                <a:solidFill>
                  <a:srgbClr val="D84D20"/>
                </a:solidFill>
                <a:latin typeface="DejaVu Sans"/>
                <a:ea typeface="DejaVu Sans"/>
                <a:cs typeface="DejaVu Sans"/>
              </a:defRPr>
            </a:lvl4pPr>
            <a:lvl5pPr>
              <a:defRPr sz="2175" b="1">
                <a:solidFill>
                  <a:srgbClr val="D84D20"/>
                </a:solidFill>
                <a:latin typeface="DejaVu Sans"/>
                <a:ea typeface="DejaVu Sans"/>
                <a:cs typeface="DejaVu Sans"/>
              </a:defRPr>
            </a:lvl5pPr>
            <a:lvl6pPr>
              <a:defRPr sz="2175" b="1">
                <a:solidFill>
                  <a:srgbClr val="D84D20"/>
                </a:solidFill>
                <a:latin typeface="DejaVu Sans"/>
                <a:ea typeface="DejaVu Sans"/>
                <a:cs typeface="DejaVu Sans"/>
              </a:defRPr>
            </a:lvl6pPr>
            <a:lvl7pPr>
              <a:defRPr sz="2175" b="1">
                <a:solidFill>
                  <a:srgbClr val="D84D20"/>
                </a:solidFill>
                <a:latin typeface="DejaVu Sans"/>
                <a:ea typeface="DejaVu Sans"/>
                <a:cs typeface="DejaVu Sans"/>
              </a:defRPr>
            </a:lvl7pPr>
            <a:lvl8pPr>
              <a:defRPr sz="2175" b="1">
                <a:solidFill>
                  <a:srgbClr val="D84D20"/>
                </a:solidFill>
                <a:latin typeface="DejaVu Sans"/>
                <a:ea typeface="DejaVu Sans"/>
                <a:cs typeface="DejaVu Sans"/>
              </a:defRPr>
            </a:lvl8pPr>
            <a:lvl9pPr>
              <a:defRPr sz="2175" b="1">
                <a:solidFill>
                  <a:srgbClr val="D84D20"/>
                </a:solidFill>
                <a:latin typeface="DejaVu Sans"/>
                <a:ea typeface="DejaVu Sans"/>
                <a:cs typeface="DejaVu Sans"/>
              </a:defRPr>
            </a:lvl9pPr>
          </a:lstStyle>
          <a:p xmlns:a="http://schemas.openxmlformats.org/drawingml/2006/main">
            <a:pPr>
              <a:defRPr sz="2175" b="1">
                <a:solidFill>
                  <a:srgbClr val="D84D20"/>
                </a:solidFill>
                <a:latin typeface="DejaVu Sans"/>
                <a:ea typeface="DejaVu Sans"/>
                <a:cs typeface="DejaVu Sans"/>
              </a:defRPr>
            </a:pPr>
            <a:r>
              <a:rPr sz="2175" b="1">
                <a:solidFill>
                  <a:srgbClr val="D84D20"/>
                </a:solidFill>
                <a:latin typeface="DejaVu Sans"/>
                <a:ea typeface="DejaVu Sans"/>
                <a:cs typeface="DejaVu Sans"/>
              </a:rPr>
              <a:t>HUMAN</a:t>
            </a:r>
          </a:p>
        </p:txBody>
      </p:sp>
      <p:sp>
        <p:nvSpPr>
          <p:cNvPr id="12" name="visual-human-body">
            <a:extLst xmlns:a="http://schemas.openxmlformats.org/drawingml/2006/main">
              <a:ext uri="{FF2B5EF4-FFF2-40B4-BE49-F238E27FC236}">
                <a16:creationId xmlns:a16="http://schemas.microsoft.com/office/drawing/2014/main" id="{09EBC09C-A856-4997-9A80-605118BB1A66}"/>
              </a:ext>
            </a:extLst>
          </p:cNvPr>
          <p:cNvSpPr>
            <a:spLocks xmlns:a="http://schemas.openxmlformats.org/drawingml/2006/main" noGrp="1"/>
          </p:cNvSpPr>
          <p:nvPr/>
        </p:nvSpPr>
        <p:spPr>
          <a:xfrm xmlns:a="http://schemas.openxmlformats.org/drawingml/2006/main">
            <a:off x="609600" y="5391150"/>
            <a:ext cx="49053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Decide awards, exceptions, and appeals.</a:t>
            </a:r>
          </a:p>
        </p:txBody>
      </p:sp>
    </p:spTree>
    <p:extLst>
      <p:ext uri="{BB962C8B-B14F-4D97-AF65-F5344CB8AC3E}">
        <p14:creationId xmlns:p14="http://schemas.microsoft.com/office/powerpoint/2010/main" val="154640109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15761A3-2655-4151-9543-0A2FB1D56343}"/>
              </a:ext>
            </a:extLst>
          </p:cNvPr>
          <p:cNvPicPr>
            <a:picLocks xmlns:a="http://schemas.openxmlformats.org/drawingml/2006/main" noChangeAspect="1"/>
          </p:cNvPicPr>
          <p:nvPr/>
        </p:nvPicPr>
        <p:blipFill>
          <a:blip xmlns:r="http://schemas.openxmlformats.org/officeDocument/2006/relationships" xmlns:a="http://schemas.openxmlformats.org/drawingml/2006/main" r:embed="R30681396eb764813"/>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B8EC0767-EB41-4268-ABF6-1BCB9B0059A1}"/>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Task sorting with a safeguard</a:t>
            </a:r>
          </a:p>
        </p:txBody>
      </p:sp>
      <p:sp>
        <p:nvSpPr>
          <p:cNvPr id="4" name="subtitle">
            <a:extLst xmlns:a="http://schemas.openxmlformats.org/drawingml/2006/main">
              <a:ext uri="{FF2B5EF4-FFF2-40B4-BE49-F238E27FC236}">
                <a16:creationId xmlns:a16="http://schemas.microsoft.com/office/drawing/2014/main" id="{F35CD04B-AAA5-418D-A8D4-86F54CB07DB0}"/>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Assign ASSIST, CHECK, or HUMAN. Add one safeguard for each task.</a:t>
            </a:r>
          </a:p>
        </p:txBody>
      </p:sp>
      <p:sp>
        <p:nvSpPr>
          <p:cNvPr id="5" name="slide-number">
            <a:extLst xmlns:a="http://schemas.openxmlformats.org/drawingml/2006/main">
              <a:ext uri="{FF2B5EF4-FFF2-40B4-BE49-F238E27FC236}">
                <a16:creationId xmlns:a16="http://schemas.microsoft.com/office/drawing/2014/main" id="{AAFB40E4-9B8A-4438-880E-FE4667BB91DF}"/>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04</a:t>
            </a:r>
          </a:p>
        </p:txBody>
      </p:sp>
      <p:sp>
        <p:nvSpPr>
          <p:cNvPr id="6" name="activity-timing">
            <a:extLst xmlns:a="http://schemas.openxmlformats.org/drawingml/2006/main">
              <a:ext uri="{FF2B5EF4-FFF2-40B4-BE49-F238E27FC236}">
                <a16:creationId xmlns:a16="http://schemas.microsoft.com/office/drawing/2014/main" id="{DBDC0AE2-311D-44CD-9E55-A822D058F03F}"/>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2     3 MINUTES     PAIRS</a:t>
            </a:r>
          </a:p>
        </p:txBody>
      </p:sp>
      <p:sp>
        <p:nvSpPr>
          <p:cNvPr id="7" name="output">
            <a:extLst xmlns:a="http://schemas.openxmlformats.org/drawingml/2006/main">
              <a:ext uri="{FF2B5EF4-FFF2-40B4-BE49-F238E27FC236}">
                <a16:creationId xmlns:a16="http://schemas.microsoft.com/office/drawing/2014/main" id="{89BFB13D-B704-48C3-B967-0594D2BB940A}"/>
              </a:ext>
            </a:extLst>
          </p:cNvPr>
          <p:cNvSpPr>
            <a:spLocks xmlns:a="http://schemas.openxmlformats.org/drawingml/2006/main" noGrp="1"/>
          </p:cNvSpPr>
          <p:nvPr/>
        </p:nvSpPr>
        <p:spPr>
          <a:xfrm xmlns:a="http://schemas.openxmlformats.org/drawingml/2006/main">
            <a:off x="609600" y="5553075"/>
            <a:ext cx="1097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1">
                <a:solidFill>
                  <a:srgbClr val="123E4F"/>
                </a:solidFill>
                <a:latin typeface="DejaVu Sans"/>
                <a:ea typeface="DejaVu Sans"/>
                <a:cs typeface="DejaVu Sans"/>
              </a:defRPr>
            </a:defPPr>
            <a:lvl1pPr>
              <a:defRPr sz="2025" b="1">
                <a:solidFill>
                  <a:srgbClr val="123E4F"/>
                </a:solidFill>
                <a:latin typeface="DejaVu Sans"/>
                <a:ea typeface="DejaVu Sans"/>
                <a:cs typeface="DejaVu Sans"/>
              </a:defRPr>
            </a:lvl1pPr>
            <a:lvl2pPr>
              <a:defRPr sz="2025" b="1">
                <a:solidFill>
                  <a:srgbClr val="123E4F"/>
                </a:solidFill>
                <a:latin typeface="DejaVu Sans"/>
                <a:ea typeface="DejaVu Sans"/>
                <a:cs typeface="DejaVu Sans"/>
              </a:defRPr>
            </a:lvl2pPr>
            <a:lvl3pPr>
              <a:defRPr sz="2025" b="1">
                <a:solidFill>
                  <a:srgbClr val="123E4F"/>
                </a:solidFill>
                <a:latin typeface="DejaVu Sans"/>
                <a:ea typeface="DejaVu Sans"/>
                <a:cs typeface="DejaVu Sans"/>
              </a:defRPr>
            </a:lvl3pPr>
            <a:lvl4pPr>
              <a:defRPr sz="2025" b="1">
                <a:solidFill>
                  <a:srgbClr val="123E4F"/>
                </a:solidFill>
                <a:latin typeface="DejaVu Sans"/>
                <a:ea typeface="DejaVu Sans"/>
                <a:cs typeface="DejaVu Sans"/>
              </a:defRPr>
            </a:lvl4pPr>
            <a:lvl5pPr>
              <a:defRPr sz="2025" b="1">
                <a:solidFill>
                  <a:srgbClr val="123E4F"/>
                </a:solidFill>
                <a:latin typeface="DejaVu Sans"/>
                <a:ea typeface="DejaVu Sans"/>
                <a:cs typeface="DejaVu Sans"/>
              </a:defRPr>
            </a:lvl5pPr>
            <a:lvl6pPr>
              <a:defRPr sz="2025" b="1">
                <a:solidFill>
                  <a:srgbClr val="123E4F"/>
                </a:solidFill>
                <a:latin typeface="DejaVu Sans"/>
                <a:ea typeface="DejaVu Sans"/>
                <a:cs typeface="DejaVu Sans"/>
              </a:defRPr>
            </a:lvl6pPr>
            <a:lvl7pPr>
              <a:defRPr sz="2025" b="1">
                <a:solidFill>
                  <a:srgbClr val="123E4F"/>
                </a:solidFill>
                <a:latin typeface="DejaVu Sans"/>
                <a:ea typeface="DejaVu Sans"/>
                <a:cs typeface="DejaVu Sans"/>
              </a:defRPr>
            </a:lvl7pPr>
            <a:lvl8pPr>
              <a:defRPr sz="2025" b="1">
                <a:solidFill>
                  <a:srgbClr val="123E4F"/>
                </a:solidFill>
                <a:latin typeface="DejaVu Sans"/>
                <a:ea typeface="DejaVu Sans"/>
                <a:cs typeface="DejaVu Sans"/>
              </a:defRPr>
            </a:lvl8pPr>
            <a:lvl9pPr>
              <a:defRPr sz="2025" b="1">
                <a:solidFill>
                  <a:srgbClr val="123E4F"/>
                </a:solidFill>
                <a:latin typeface="DejaVu Sans"/>
                <a:ea typeface="DejaVu Sans"/>
                <a:cs typeface="DejaVu Sans"/>
              </a:defRPr>
            </a:lvl9pPr>
          </a:lstStyle>
          <a:p xmlns:a="http://schemas.openxmlformats.org/drawingml/2006/main">
            <a:pPr>
              <a:defRPr sz="2025" b="1">
                <a:solidFill>
                  <a:srgbClr val="123E4F"/>
                </a:solidFill>
                <a:latin typeface="DejaVu Sans"/>
                <a:ea typeface="DejaVu Sans"/>
                <a:cs typeface="DejaVu Sans"/>
              </a:defRPr>
            </a:pPr>
            <a:r>
              <a:rPr sz="2025" b="1">
                <a:solidFill>
                  <a:srgbClr val="123E4F"/>
                </a:solidFill>
                <a:latin typeface="DejaVu Sans"/>
                <a:ea typeface="DejaVu Sans"/>
                <a:cs typeface="DejaVu Sans"/>
              </a:rPr>
              <a:t>Share one classification your pair debated.</a:t>
            </a:r>
          </a:p>
        </p:txBody>
      </p:sp>
      <p:graphicFrame>
        <p:nvGraphicFramePr>
          <p:cNvPr id="8" name="">
            <a:extLst xmlns:a="http://schemas.openxmlformats.org/drawingml/2006/main">
              <a:ext uri="{FF2B5EF4-FFF2-40B4-BE49-F238E27FC236}">
                <a16:creationId xmlns:a16="http://schemas.microsoft.com/office/drawing/2014/main" id="{0FB64BA6-DF41-4CCD-A147-A157E60E44F1}"/>
              </a:ext>
            </a:extLst>
          </p:cNvPr>
          <p:cNvGraphicFramePr/>
          <p:nvPr/>
        </p:nvGraphicFramePr>
        <p:xfrm>
          <a:off xmlns:a="http://schemas.openxmlformats.org/drawingml/2006/main" x="609600" y="2171700"/>
          <a:ext xmlns:a="http://schemas.openxmlformats.org/drawingml/2006/main" cx="10972800" cy="3057525"/>
        </p:xfrm>
        <a:graphic xmlns:a="http://schemas.openxmlformats.org/drawingml/2006/main">
          <a:graphicData uri="http://schemas.openxmlformats.org/drawingml/2006/table">
            <a:tbl>
              <a:tblPr/>
              <a:tblGrid>
                <a:gridCol w="5143500"/>
                <a:gridCol w="2571750"/>
                <a:gridCol w="3257550"/>
              </a:tblGrid>
              <a:tr h="466725">
                <a:tc>
                  <a:txBody>
                    <a:bodyPr wrap="square" lIns="133350" tIns="95250" rIns="133350" bIns="95250"/>
                    <a:lstStyle/>
                    <a:p>
                      <a:r>
                        <a:rPr sz="1500" b="1">
                          <a:solidFill>
                            <a:srgbClr val="FFFFFF"/>
                          </a:solidFill>
                          <a:latin typeface="DejaVu Sans"/>
                          <a:ea typeface="DejaVu Sans"/>
                          <a:cs typeface="DejaVu Sans"/>
                        </a:rPr>
                        <a:t>Fictional task</a:t>
                      </a:r>
                    </a:p>
                  </a:txBody>
                  <a:tcPr marL="91440" marR="91440" marT="45720" marB="45720" anchor="ctr">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Your category</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Required safeguard</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r>
              <a:tr h="647700">
                <a:tc>
                  <a:txBody>
                    <a:bodyPr wrap="square" lIns="133350" tIns="95250" rIns="133350" bIns="95250"/>
                    <a:lstStyle/>
                    <a:p>
                      <a:r>
                        <a:rPr sz="1725" b="0">
                          <a:solidFill>
                            <a:srgbClr val="123E4F"/>
                          </a:solidFill>
                          <a:latin typeface="DejaVu Sans"/>
                          <a:ea typeface="DejaVu Sans"/>
                          <a:cs typeface="DejaVu Sans"/>
                        </a:rPr>
                        <a:t>List applications missing a reference</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725" b="0">
                          <a:solidFill>
                            <a:srgbClr val="123E4F"/>
                          </a:solidFill>
                          <a:latin typeface="DejaVu Sans"/>
                          <a:ea typeface="DejaVu Sans"/>
                          <a:cs typeface="DejaVu Sans"/>
                        </a:rPr>
                        <a:t>________</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72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647700">
                <a:tc>
                  <a:txBody>
                    <a:bodyPr wrap="square" lIns="133350" tIns="95250" rIns="133350" bIns="95250"/>
                    <a:lstStyle/>
                    <a:p>
                      <a:r>
                        <a:rPr sz="1725" b="0">
                          <a:solidFill>
                            <a:srgbClr val="123E4F"/>
                          </a:solidFill>
                          <a:latin typeface="DejaVu Sans"/>
                          <a:ea typeface="DejaVu Sans"/>
                          <a:cs typeface="DejaVu Sans"/>
                        </a:rPr>
                        <a:t>Link an essay quote to a rubric criterion</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725" b="0">
                          <a:solidFill>
                            <a:srgbClr val="123E4F"/>
                          </a:solidFill>
                          <a:latin typeface="DejaVu Sans"/>
                          <a:ea typeface="DejaVu Sans"/>
                          <a:cs typeface="DejaVu Sans"/>
                        </a:rPr>
                        <a:t>________</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72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r h="647700">
                <a:tc>
                  <a:txBody>
                    <a:bodyPr wrap="square" lIns="133350" tIns="95250" rIns="133350" bIns="95250"/>
                    <a:lstStyle/>
                    <a:p>
                      <a:r>
                        <a:rPr sz="1725" b="0">
                          <a:solidFill>
                            <a:srgbClr val="123E4F"/>
                          </a:solidFill>
                          <a:latin typeface="DejaVu Sans"/>
                          <a:ea typeface="DejaVu Sans"/>
                          <a:cs typeface="DejaVu Sans"/>
                        </a:rPr>
                        <a:t>Decide whether to waive a deadline</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725" b="0">
                          <a:solidFill>
                            <a:srgbClr val="123E4F"/>
                          </a:solidFill>
                          <a:latin typeface="DejaVu Sans"/>
                          <a:ea typeface="DejaVu Sans"/>
                          <a:cs typeface="DejaVu Sans"/>
                        </a:rPr>
                        <a:t>________</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72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647700">
                <a:tc>
                  <a:txBody>
                    <a:bodyPr wrap="square" lIns="133350" tIns="95250" rIns="133350" bIns="95250"/>
                    <a:lstStyle/>
                    <a:p>
                      <a:r>
                        <a:rPr sz="1725" b="0">
                          <a:solidFill>
                            <a:srgbClr val="123E4F"/>
                          </a:solidFill>
                          <a:latin typeface="DejaVu Sans"/>
                          <a:ea typeface="DejaVu Sans"/>
                          <a:cs typeface="DejaVu Sans"/>
                        </a:rPr>
                        <a:t>Select the scholarship recipients</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725" b="0">
                          <a:solidFill>
                            <a:srgbClr val="123E4F"/>
                          </a:solidFill>
                          <a:latin typeface="DejaVu Sans"/>
                          <a:ea typeface="DejaVu Sans"/>
                          <a:cs typeface="DejaVu Sans"/>
                        </a:rPr>
                        <a:t>________</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72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bl>
          </a:graphicData>
        </a:graphic>
      </p:graphicFrame>
    </p:spTree>
    <p:extLst>
      <p:ext uri="{BB962C8B-B14F-4D97-AF65-F5344CB8AC3E}">
        <p14:creationId xmlns:p14="http://schemas.microsoft.com/office/powerpoint/2010/main" val="8908721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1993789-02EF-4999-92A2-1A398D140F9E}"/>
              </a:ext>
            </a:extLst>
          </p:cNvPr>
          <p:cNvPicPr>
            <a:picLocks xmlns:a="http://schemas.openxmlformats.org/drawingml/2006/main" noChangeAspect="1"/>
          </p:cNvPicPr>
          <p:nvPr/>
        </p:nvPicPr>
        <p:blipFill>
          <a:blip xmlns:r="http://schemas.openxmlformats.org/officeDocument/2006/relationships" xmlns:a="http://schemas.openxmlformats.org/drawingml/2006/main" r:embed="R7bdc671ca5714417"/>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2008597E-9C81-47AF-8073-9C2B979DACA1}"/>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Two gates before an upload</a:t>
            </a:r>
          </a:p>
        </p:txBody>
      </p:sp>
      <p:sp>
        <p:nvSpPr>
          <p:cNvPr id="4" name="subtitle">
            <a:extLst xmlns:a="http://schemas.openxmlformats.org/drawingml/2006/main">
              <a:ext uri="{FF2B5EF4-FFF2-40B4-BE49-F238E27FC236}">
                <a16:creationId xmlns:a16="http://schemas.microsoft.com/office/drawing/2014/main" id="{BCA446BB-BBC3-40B3-B046-CA6CD3EAE693}"/>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Both conditions must be satisfied for the task and the information.</a:t>
            </a:r>
          </a:p>
        </p:txBody>
      </p:sp>
      <p:sp>
        <p:nvSpPr>
          <p:cNvPr id="5" name="slide-number">
            <a:extLst xmlns:a="http://schemas.openxmlformats.org/drawingml/2006/main">
              <a:ext uri="{FF2B5EF4-FFF2-40B4-BE49-F238E27FC236}">
                <a16:creationId xmlns:a16="http://schemas.microsoft.com/office/drawing/2014/main" id="{E4610500-7143-4113-B646-89A2FDC30CD6}"/>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05</a:t>
            </a:r>
          </a:p>
        </p:txBody>
      </p:sp>
      <p:pic>
        <p:nvPicPr>
          <p:cNvPr id="6" name="">
            <a:extLst xmlns:a="http://schemas.openxmlformats.org/drawingml/2006/main">
              <a:ext uri="{FF2B5EF4-FFF2-40B4-BE49-F238E27FC236}">
                <a16:creationId xmlns:a16="http://schemas.microsoft.com/office/drawing/2014/main" id="{4E1326DC-CE0C-4380-A34E-1AEDF48A075A}"/>
              </a:ext>
            </a:extLst>
          </p:cNvPr>
          <p:cNvPicPr>
            <a:picLocks xmlns:a="http://schemas.openxmlformats.org/drawingml/2006/main" noChangeAspect="1"/>
          </p:cNvPicPr>
          <p:nvPr/>
        </p:nvPicPr>
        <p:blipFill>
          <a:blip xmlns:r="http://schemas.openxmlformats.org/officeDocument/2006/relationships" xmlns:a="http://schemas.openxmlformats.org/drawingml/2006/main" r:embed="Ra8aa204fc0ea42a0"/>
          <a:stretch xmlns:a="http://schemas.openxmlformats.org/drawingml/2006/main"/>
        </p:blipFill>
        <p:spPr>
          <a:xfrm xmlns:a="http://schemas.openxmlformats.org/drawingml/2006/main">
            <a:off x="7029450" y="2000250"/>
            <a:ext cx="4000500" cy="4000500"/>
          </a:xfrm>
          <a:prstGeom xmlns:a="http://schemas.openxmlformats.org/drawingml/2006/main" prst="rect">
            <a:avLst/>
          </a:prstGeom>
        </p:spPr>
      </p:pic>
      <p:sp>
        <p:nvSpPr>
          <p:cNvPr id="7" name="gate-1-number">
            <a:extLst xmlns:a="http://schemas.openxmlformats.org/drawingml/2006/main">
              <a:ext uri="{FF2B5EF4-FFF2-40B4-BE49-F238E27FC236}">
                <a16:creationId xmlns:a16="http://schemas.microsoft.com/office/drawing/2014/main" id="{7DB84980-B489-42DB-823D-7C339CE9B30F}"/>
              </a:ext>
            </a:extLst>
          </p:cNvPr>
          <p:cNvSpPr>
            <a:spLocks xmlns:a="http://schemas.openxmlformats.org/drawingml/2006/main" noGrp="1"/>
          </p:cNvSpPr>
          <p:nvPr/>
        </p:nvSpPr>
        <p:spPr>
          <a:xfrm xmlns:a="http://schemas.openxmlformats.org/drawingml/2006/main">
            <a:off x="609600" y="228600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425" b="1">
                <a:solidFill>
                  <a:srgbClr val="007D87"/>
                </a:solidFill>
                <a:latin typeface="DejaVu Sans"/>
                <a:ea typeface="DejaVu Sans"/>
                <a:cs typeface="DejaVu Sans"/>
              </a:defRPr>
            </a:defPPr>
            <a:lvl1pPr>
              <a:defRPr sz="4425" b="1">
                <a:solidFill>
                  <a:srgbClr val="007D87"/>
                </a:solidFill>
                <a:latin typeface="DejaVu Sans"/>
                <a:ea typeface="DejaVu Sans"/>
                <a:cs typeface="DejaVu Sans"/>
              </a:defRPr>
            </a:lvl1pPr>
            <a:lvl2pPr>
              <a:defRPr sz="4425" b="1">
                <a:solidFill>
                  <a:srgbClr val="007D87"/>
                </a:solidFill>
                <a:latin typeface="DejaVu Sans"/>
                <a:ea typeface="DejaVu Sans"/>
                <a:cs typeface="DejaVu Sans"/>
              </a:defRPr>
            </a:lvl2pPr>
            <a:lvl3pPr>
              <a:defRPr sz="4425" b="1">
                <a:solidFill>
                  <a:srgbClr val="007D87"/>
                </a:solidFill>
                <a:latin typeface="DejaVu Sans"/>
                <a:ea typeface="DejaVu Sans"/>
                <a:cs typeface="DejaVu Sans"/>
              </a:defRPr>
            </a:lvl3pPr>
            <a:lvl4pPr>
              <a:defRPr sz="4425" b="1">
                <a:solidFill>
                  <a:srgbClr val="007D87"/>
                </a:solidFill>
                <a:latin typeface="DejaVu Sans"/>
                <a:ea typeface="DejaVu Sans"/>
                <a:cs typeface="DejaVu Sans"/>
              </a:defRPr>
            </a:lvl4pPr>
            <a:lvl5pPr>
              <a:defRPr sz="4425" b="1">
                <a:solidFill>
                  <a:srgbClr val="007D87"/>
                </a:solidFill>
                <a:latin typeface="DejaVu Sans"/>
                <a:ea typeface="DejaVu Sans"/>
                <a:cs typeface="DejaVu Sans"/>
              </a:defRPr>
            </a:lvl5pPr>
            <a:lvl6pPr>
              <a:defRPr sz="4425" b="1">
                <a:solidFill>
                  <a:srgbClr val="007D87"/>
                </a:solidFill>
                <a:latin typeface="DejaVu Sans"/>
                <a:ea typeface="DejaVu Sans"/>
                <a:cs typeface="DejaVu Sans"/>
              </a:defRPr>
            </a:lvl6pPr>
            <a:lvl7pPr>
              <a:defRPr sz="4425" b="1">
                <a:solidFill>
                  <a:srgbClr val="007D87"/>
                </a:solidFill>
                <a:latin typeface="DejaVu Sans"/>
                <a:ea typeface="DejaVu Sans"/>
                <a:cs typeface="DejaVu Sans"/>
              </a:defRPr>
            </a:lvl7pPr>
            <a:lvl8pPr>
              <a:defRPr sz="4425" b="1">
                <a:solidFill>
                  <a:srgbClr val="007D87"/>
                </a:solidFill>
                <a:latin typeface="DejaVu Sans"/>
                <a:ea typeface="DejaVu Sans"/>
                <a:cs typeface="DejaVu Sans"/>
              </a:defRPr>
            </a:lvl8pPr>
            <a:lvl9pPr>
              <a:defRPr sz="4425" b="1">
                <a:solidFill>
                  <a:srgbClr val="007D87"/>
                </a:solidFill>
                <a:latin typeface="DejaVu Sans"/>
                <a:ea typeface="DejaVu Sans"/>
                <a:cs typeface="DejaVu Sans"/>
              </a:defRPr>
            </a:lvl9pPr>
          </a:lstStyle>
          <a:p xmlns:a="http://schemas.openxmlformats.org/drawingml/2006/main">
            <a:pPr>
              <a:defRPr sz="4425" b="1">
                <a:solidFill>
                  <a:srgbClr val="007D87"/>
                </a:solidFill>
                <a:latin typeface="DejaVu Sans"/>
                <a:ea typeface="DejaVu Sans"/>
                <a:cs typeface="DejaVu Sans"/>
              </a:defRPr>
            </a:pPr>
            <a:r>
              <a:rPr sz="4425" b="1">
                <a:solidFill>
                  <a:srgbClr val="007D87"/>
                </a:solidFill>
                <a:latin typeface="DejaVu Sans"/>
                <a:ea typeface="DejaVu Sans"/>
                <a:cs typeface="DejaVu Sans"/>
              </a:rPr>
              <a:t>01</a:t>
            </a:r>
          </a:p>
        </p:txBody>
      </p:sp>
      <p:sp>
        <p:nvSpPr>
          <p:cNvPr id="8" name="gate-1-title">
            <a:extLst xmlns:a="http://schemas.openxmlformats.org/drawingml/2006/main">
              <a:ext uri="{FF2B5EF4-FFF2-40B4-BE49-F238E27FC236}">
                <a16:creationId xmlns:a16="http://schemas.microsoft.com/office/drawing/2014/main" id="{2E82FC44-8217-4AD7-ABD2-D8322EFBFBF3}"/>
              </a:ext>
            </a:extLst>
          </p:cNvPr>
          <p:cNvSpPr>
            <a:spLocks xmlns:a="http://schemas.openxmlformats.org/drawingml/2006/main" noGrp="1"/>
          </p:cNvSpPr>
          <p:nvPr/>
        </p:nvSpPr>
        <p:spPr>
          <a:xfrm xmlns:a="http://schemas.openxmlformats.org/drawingml/2006/main">
            <a:off x="1752600" y="2314575"/>
            <a:ext cx="452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75" b="1">
                <a:solidFill>
                  <a:srgbClr val="123E4F"/>
                </a:solidFill>
                <a:latin typeface="DejaVu Sans"/>
                <a:ea typeface="DejaVu Sans"/>
                <a:cs typeface="DejaVu Sans"/>
              </a:defRPr>
            </a:defPPr>
            <a:lvl1pPr>
              <a:defRPr sz="2475" b="1">
                <a:solidFill>
                  <a:srgbClr val="123E4F"/>
                </a:solidFill>
                <a:latin typeface="DejaVu Sans"/>
                <a:ea typeface="DejaVu Sans"/>
                <a:cs typeface="DejaVu Sans"/>
              </a:defRPr>
            </a:lvl1pPr>
            <a:lvl2pPr>
              <a:defRPr sz="2475" b="1">
                <a:solidFill>
                  <a:srgbClr val="123E4F"/>
                </a:solidFill>
                <a:latin typeface="DejaVu Sans"/>
                <a:ea typeface="DejaVu Sans"/>
                <a:cs typeface="DejaVu Sans"/>
              </a:defRPr>
            </a:lvl2pPr>
            <a:lvl3pPr>
              <a:defRPr sz="2475" b="1">
                <a:solidFill>
                  <a:srgbClr val="123E4F"/>
                </a:solidFill>
                <a:latin typeface="DejaVu Sans"/>
                <a:ea typeface="DejaVu Sans"/>
                <a:cs typeface="DejaVu Sans"/>
              </a:defRPr>
            </a:lvl3pPr>
            <a:lvl4pPr>
              <a:defRPr sz="2475" b="1">
                <a:solidFill>
                  <a:srgbClr val="123E4F"/>
                </a:solidFill>
                <a:latin typeface="DejaVu Sans"/>
                <a:ea typeface="DejaVu Sans"/>
                <a:cs typeface="DejaVu Sans"/>
              </a:defRPr>
            </a:lvl4pPr>
            <a:lvl5pPr>
              <a:defRPr sz="2475" b="1">
                <a:solidFill>
                  <a:srgbClr val="123E4F"/>
                </a:solidFill>
                <a:latin typeface="DejaVu Sans"/>
                <a:ea typeface="DejaVu Sans"/>
                <a:cs typeface="DejaVu Sans"/>
              </a:defRPr>
            </a:lvl5pPr>
            <a:lvl6pPr>
              <a:defRPr sz="2475" b="1">
                <a:solidFill>
                  <a:srgbClr val="123E4F"/>
                </a:solidFill>
                <a:latin typeface="DejaVu Sans"/>
                <a:ea typeface="DejaVu Sans"/>
                <a:cs typeface="DejaVu Sans"/>
              </a:defRPr>
            </a:lvl6pPr>
            <a:lvl7pPr>
              <a:defRPr sz="2475" b="1">
                <a:solidFill>
                  <a:srgbClr val="123E4F"/>
                </a:solidFill>
                <a:latin typeface="DejaVu Sans"/>
                <a:ea typeface="DejaVu Sans"/>
                <a:cs typeface="DejaVu Sans"/>
              </a:defRPr>
            </a:lvl7pPr>
            <a:lvl8pPr>
              <a:defRPr sz="2475" b="1">
                <a:solidFill>
                  <a:srgbClr val="123E4F"/>
                </a:solidFill>
                <a:latin typeface="DejaVu Sans"/>
                <a:ea typeface="DejaVu Sans"/>
                <a:cs typeface="DejaVu Sans"/>
              </a:defRPr>
            </a:lvl8pPr>
            <a:lvl9pPr>
              <a:defRPr sz="2475" b="1">
                <a:solidFill>
                  <a:srgbClr val="123E4F"/>
                </a:solidFill>
                <a:latin typeface="DejaVu Sans"/>
                <a:ea typeface="DejaVu Sans"/>
                <a:cs typeface="DejaVu Sans"/>
              </a:defRPr>
            </a:lvl9pPr>
          </a:lstStyle>
          <a:p xmlns:a="http://schemas.openxmlformats.org/drawingml/2006/main">
            <a:pPr>
              <a:defRPr sz="2475" b="1">
                <a:solidFill>
                  <a:srgbClr val="123E4F"/>
                </a:solidFill>
                <a:latin typeface="DejaVu Sans"/>
                <a:ea typeface="DejaVu Sans"/>
                <a:cs typeface="DejaVu Sans"/>
              </a:defRPr>
            </a:pPr>
            <a:r>
              <a:rPr sz="2475" b="1">
                <a:solidFill>
                  <a:srgbClr val="123E4F"/>
                </a:solidFill>
                <a:latin typeface="DejaVu Sans"/>
                <a:ea typeface="DejaVu Sans"/>
                <a:cs typeface="DejaVu Sans"/>
              </a:rPr>
              <a:t>Approved use</a:t>
            </a:r>
          </a:p>
        </p:txBody>
      </p:sp>
      <p:sp>
        <p:nvSpPr>
          <p:cNvPr id="9" name="gate-1-body">
            <a:extLst xmlns:a="http://schemas.openxmlformats.org/drawingml/2006/main">
              <a:ext uri="{FF2B5EF4-FFF2-40B4-BE49-F238E27FC236}">
                <a16:creationId xmlns:a16="http://schemas.microsoft.com/office/drawing/2014/main" id="{2CCA0FC6-FDC8-4F86-849B-F81052E85F3D}"/>
              </a:ext>
            </a:extLst>
          </p:cNvPr>
          <p:cNvSpPr>
            <a:spLocks xmlns:a="http://schemas.openxmlformats.org/drawingml/2006/main" noGrp="1"/>
          </p:cNvSpPr>
          <p:nvPr/>
        </p:nvSpPr>
        <p:spPr>
          <a:xfrm xmlns:a="http://schemas.openxmlformats.org/drawingml/2006/main">
            <a:off x="1752600" y="2905125"/>
            <a:ext cx="4476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Tool, access, retention, reuse,</a:t>
            </a:r>
          </a:p>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and response plan.</a:t>
            </a:r>
          </a:p>
        </p:txBody>
      </p:sp>
      <p:sp>
        <p:nvSpPr>
          <p:cNvPr id="10" name="gate-2-number">
            <a:extLst xmlns:a="http://schemas.openxmlformats.org/drawingml/2006/main">
              <a:ext uri="{FF2B5EF4-FFF2-40B4-BE49-F238E27FC236}">
                <a16:creationId xmlns:a16="http://schemas.microsoft.com/office/drawing/2014/main" id="{A86A19A8-ABB2-4FE4-8DD3-B09A2A365A42}"/>
              </a:ext>
            </a:extLst>
          </p:cNvPr>
          <p:cNvSpPr>
            <a:spLocks xmlns:a="http://schemas.openxmlformats.org/drawingml/2006/main" noGrp="1"/>
          </p:cNvSpPr>
          <p:nvPr/>
        </p:nvSpPr>
        <p:spPr>
          <a:xfrm xmlns:a="http://schemas.openxmlformats.org/drawingml/2006/main">
            <a:off x="609600" y="43243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425" b="1">
                <a:solidFill>
                  <a:srgbClr val="D84D20"/>
                </a:solidFill>
                <a:latin typeface="DejaVu Sans"/>
                <a:ea typeface="DejaVu Sans"/>
                <a:cs typeface="DejaVu Sans"/>
              </a:defRPr>
            </a:defPPr>
            <a:lvl1pPr>
              <a:defRPr sz="4425" b="1">
                <a:solidFill>
                  <a:srgbClr val="D84D20"/>
                </a:solidFill>
                <a:latin typeface="DejaVu Sans"/>
                <a:ea typeface="DejaVu Sans"/>
                <a:cs typeface="DejaVu Sans"/>
              </a:defRPr>
            </a:lvl1pPr>
            <a:lvl2pPr>
              <a:defRPr sz="4425" b="1">
                <a:solidFill>
                  <a:srgbClr val="D84D20"/>
                </a:solidFill>
                <a:latin typeface="DejaVu Sans"/>
                <a:ea typeface="DejaVu Sans"/>
                <a:cs typeface="DejaVu Sans"/>
              </a:defRPr>
            </a:lvl2pPr>
            <a:lvl3pPr>
              <a:defRPr sz="4425" b="1">
                <a:solidFill>
                  <a:srgbClr val="D84D20"/>
                </a:solidFill>
                <a:latin typeface="DejaVu Sans"/>
                <a:ea typeface="DejaVu Sans"/>
                <a:cs typeface="DejaVu Sans"/>
              </a:defRPr>
            </a:lvl3pPr>
            <a:lvl4pPr>
              <a:defRPr sz="4425" b="1">
                <a:solidFill>
                  <a:srgbClr val="D84D20"/>
                </a:solidFill>
                <a:latin typeface="DejaVu Sans"/>
                <a:ea typeface="DejaVu Sans"/>
                <a:cs typeface="DejaVu Sans"/>
              </a:defRPr>
            </a:lvl4pPr>
            <a:lvl5pPr>
              <a:defRPr sz="4425" b="1">
                <a:solidFill>
                  <a:srgbClr val="D84D20"/>
                </a:solidFill>
                <a:latin typeface="DejaVu Sans"/>
                <a:ea typeface="DejaVu Sans"/>
                <a:cs typeface="DejaVu Sans"/>
              </a:defRPr>
            </a:lvl5pPr>
            <a:lvl6pPr>
              <a:defRPr sz="4425" b="1">
                <a:solidFill>
                  <a:srgbClr val="D84D20"/>
                </a:solidFill>
                <a:latin typeface="DejaVu Sans"/>
                <a:ea typeface="DejaVu Sans"/>
                <a:cs typeface="DejaVu Sans"/>
              </a:defRPr>
            </a:lvl6pPr>
            <a:lvl7pPr>
              <a:defRPr sz="4425" b="1">
                <a:solidFill>
                  <a:srgbClr val="D84D20"/>
                </a:solidFill>
                <a:latin typeface="DejaVu Sans"/>
                <a:ea typeface="DejaVu Sans"/>
                <a:cs typeface="DejaVu Sans"/>
              </a:defRPr>
            </a:lvl7pPr>
            <a:lvl8pPr>
              <a:defRPr sz="4425" b="1">
                <a:solidFill>
                  <a:srgbClr val="D84D20"/>
                </a:solidFill>
                <a:latin typeface="DejaVu Sans"/>
                <a:ea typeface="DejaVu Sans"/>
                <a:cs typeface="DejaVu Sans"/>
              </a:defRPr>
            </a:lvl8pPr>
            <a:lvl9pPr>
              <a:defRPr sz="4425" b="1">
                <a:solidFill>
                  <a:srgbClr val="D84D20"/>
                </a:solidFill>
                <a:latin typeface="DejaVu Sans"/>
                <a:ea typeface="DejaVu Sans"/>
                <a:cs typeface="DejaVu Sans"/>
              </a:defRPr>
            </a:lvl9pPr>
          </a:lstStyle>
          <a:p xmlns:a="http://schemas.openxmlformats.org/drawingml/2006/main">
            <a:pPr>
              <a:defRPr sz="4425" b="1">
                <a:solidFill>
                  <a:srgbClr val="D84D20"/>
                </a:solidFill>
                <a:latin typeface="DejaVu Sans"/>
                <a:ea typeface="DejaVu Sans"/>
                <a:cs typeface="DejaVu Sans"/>
              </a:defRPr>
            </a:pPr>
            <a:r>
              <a:rPr sz="4425" b="1">
                <a:solidFill>
                  <a:srgbClr val="D84D20"/>
                </a:solidFill>
                <a:latin typeface="DejaVu Sans"/>
                <a:ea typeface="DejaVu Sans"/>
                <a:cs typeface="DejaVu Sans"/>
              </a:rPr>
              <a:t>02</a:t>
            </a:r>
          </a:p>
        </p:txBody>
      </p:sp>
      <p:sp>
        <p:nvSpPr>
          <p:cNvPr id="11" name="gate-2-title">
            <a:extLst xmlns:a="http://schemas.openxmlformats.org/drawingml/2006/main">
              <a:ext uri="{FF2B5EF4-FFF2-40B4-BE49-F238E27FC236}">
                <a16:creationId xmlns:a16="http://schemas.microsoft.com/office/drawing/2014/main" id="{453209D1-5A79-46F2-91B1-B6717A6FB4CD}"/>
              </a:ext>
            </a:extLst>
          </p:cNvPr>
          <p:cNvSpPr>
            <a:spLocks xmlns:a="http://schemas.openxmlformats.org/drawingml/2006/main" noGrp="1"/>
          </p:cNvSpPr>
          <p:nvPr/>
        </p:nvSpPr>
        <p:spPr>
          <a:xfrm xmlns:a="http://schemas.openxmlformats.org/drawingml/2006/main">
            <a:off x="1752600" y="4352925"/>
            <a:ext cx="452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75" b="1">
                <a:solidFill>
                  <a:srgbClr val="123E4F"/>
                </a:solidFill>
                <a:latin typeface="DejaVu Sans"/>
                <a:ea typeface="DejaVu Sans"/>
                <a:cs typeface="DejaVu Sans"/>
              </a:defRPr>
            </a:defPPr>
            <a:lvl1pPr>
              <a:defRPr sz="2475" b="1">
                <a:solidFill>
                  <a:srgbClr val="123E4F"/>
                </a:solidFill>
                <a:latin typeface="DejaVu Sans"/>
                <a:ea typeface="DejaVu Sans"/>
                <a:cs typeface="DejaVu Sans"/>
              </a:defRPr>
            </a:lvl1pPr>
            <a:lvl2pPr>
              <a:defRPr sz="2475" b="1">
                <a:solidFill>
                  <a:srgbClr val="123E4F"/>
                </a:solidFill>
                <a:latin typeface="DejaVu Sans"/>
                <a:ea typeface="DejaVu Sans"/>
                <a:cs typeface="DejaVu Sans"/>
              </a:defRPr>
            </a:lvl2pPr>
            <a:lvl3pPr>
              <a:defRPr sz="2475" b="1">
                <a:solidFill>
                  <a:srgbClr val="123E4F"/>
                </a:solidFill>
                <a:latin typeface="DejaVu Sans"/>
                <a:ea typeface="DejaVu Sans"/>
                <a:cs typeface="DejaVu Sans"/>
              </a:defRPr>
            </a:lvl3pPr>
            <a:lvl4pPr>
              <a:defRPr sz="2475" b="1">
                <a:solidFill>
                  <a:srgbClr val="123E4F"/>
                </a:solidFill>
                <a:latin typeface="DejaVu Sans"/>
                <a:ea typeface="DejaVu Sans"/>
                <a:cs typeface="DejaVu Sans"/>
              </a:defRPr>
            </a:lvl4pPr>
            <a:lvl5pPr>
              <a:defRPr sz="2475" b="1">
                <a:solidFill>
                  <a:srgbClr val="123E4F"/>
                </a:solidFill>
                <a:latin typeface="DejaVu Sans"/>
                <a:ea typeface="DejaVu Sans"/>
                <a:cs typeface="DejaVu Sans"/>
              </a:defRPr>
            </a:lvl5pPr>
            <a:lvl6pPr>
              <a:defRPr sz="2475" b="1">
                <a:solidFill>
                  <a:srgbClr val="123E4F"/>
                </a:solidFill>
                <a:latin typeface="DejaVu Sans"/>
                <a:ea typeface="DejaVu Sans"/>
                <a:cs typeface="DejaVu Sans"/>
              </a:defRPr>
            </a:lvl6pPr>
            <a:lvl7pPr>
              <a:defRPr sz="2475" b="1">
                <a:solidFill>
                  <a:srgbClr val="123E4F"/>
                </a:solidFill>
                <a:latin typeface="DejaVu Sans"/>
                <a:ea typeface="DejaVu Sans"/>
                <a:cs typeface="DejaVu Sans"/>
              </a:defRPr>
            </a:lvl7pPr>
            <a:lvl8pPr>
              <a:defRPr sz="2475" b="1">
                <a:solidFill>
                  <a:srgbClr val="123E4F"/>
                </a:solidFill>
                <a:latin typeface="DejaVu Sans"/>
                <a:ea typeface="DejaVu Sans"/>
                <a:cs typeface="DejaVu Sans"/>
              </a:defRPr>
            </a:lvl8pPr>
            <a:lvl9pPr>
              <a:defRPr sz="2475" b="1">
                <a:solidFill>
                  <a:srgbClr val="123E4F"/>
                </a:solidFill>
                <a:latin typeface="DejaVu Sans"/>
                <a:ea typeface="DejaVu Sans"/>
                <a:cs typeface="DejaVu Sans"/>
              </a:defRPr>
            </a:lvl9pPr>
          </a:lstStyle>
          <a:p xmlns:a="http://schemas.openxmlformats.org/drawingml/2006/main">
            <a:pPr>
              <a:defRPr sz="2475" b="1">
                <a:solidFill>
                  <a:srgbClr val="123E4F"/>
                </a:solidFill>
                <a:latin typeface="DejaVu Sans"/>
                <a:ea typeface="DejaVu Sans"/>
                <a:cs typeface="DejaVu Sans"/>
              </a:defRPr>
            </a:pPr>
            <a:r>
              <a:rPr sz="2475" b="1">
                <a:solidFill>
                  <a:srgbClr val="123E4F"/>
                </a:solidFill>
                <a:latin typeface="DejaVu Sans"/>
                <a:ea typeface="DejaVu Sans"/>
                <a:cs typeface="DejaVu Sans"/>
              </a:rPr>
              <a:t>Only needed data</a:t>
            </a:r>
          </a:p>
        </p:txBody>
      </p:sp>
      <p:sp>
        <p:nvSpPr>
          <p:cNvPr id="12" name="gate-2-body">
            <a:extLst xmlns:a="http://schemas.openxmlformats.org/drawingml/2006/main">
              <a:ext uri="{FF2B5EF4-FFF2-40B4-BE49-F238E27FC236}">
                <a16:creationId xmlns:a16="http://schemas.microsoft.com/office/drawing/2014/main" id="{2EC77955-611F-486B-9EBD-4A3E51EBF485}"/>
              </a:ext>
            </a:extLst>
          </p:cNvPr>
          <p:cNvSpPr>
            <a:spLocks xmlns:a="http://schemas.openxmlformats.org/drawingml/2006/main" noGrp="1"/>
          </p:cNvSpPr>
          <p:nvPr/>
        </p:nvSpPr>
        <p:spPr>
          <a:xfrm xmlns:a="http://schemas.openxmlformats.org/drawingml/2006/main">
            <a:off x="1752600" y="4953000"/>
            <a:ext cx="4476750" cy="1019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Application code, relevant excerpt,</a:t>
            </a:r>
          </a:p>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rubric criterion, and source pointer.</a:t>
            </a:r>
          </a:p>
        </p:txBody>
      </p:sp>
    </p:spTree>
    <p:extLst>
      <p:ext uri="{BB962C8B-B14F-4D97-AF65-F5344CB8AC3E}">
        <p14:creationId xmlns:p14="http://schemas.microsoft.com/office/powerpoint/2010/main" val="119661705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BF4A97A-36AF-49EB-820C-1182D7C5CEFB}"/>
              </a:ext>
            </a:extLst>
          </p:cNvPr>
          <p:cNvPicPr>
            <a:picLocks xmlns:a="http://schemas.openxmlformats.org/drawingml/2006/main" noChangeAspect="1"/>
          </p:cNvPicPr>
          <p:nvPr/>
        </p:nvPicPr>
        <p:blipFill>
          <a:blip xmlns:r="http://schemas.openxmlformats.org/officeDocument/2006/relationships" xmlns:a="http://schemas.openxmlformats.org/drawingml/2006/main" r:embed="Rd4271784ba254d7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E4ECE23F-FA9A-4C82-B40E-B795300C2A4C}"/>
              </a:ext>
            </a:extLst>
          </p:cNvPr>
          <p:cNvSpPr>
            <a:spLocks xmlns:a="http://schemas.openxmlformats.org/drawingml/2006/main" noGrp="1"/>
          </p:cNvSpPr>
          <p:nvPr>
            <p:ph type="title" idx="0"/>
          </p:nvPr>
        </p:nvSpPr>
        <p:spPr>
          <a:xfrm xmlns:a="http://schemas.openxmlformats.org/drawingml/2006/main">
            <a:off x="156838" y="299936"/>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r>
              <a:t>Session Resources</a:t>
            </a:r>
          </a:p>
        </p:txBody>
      </p:sp>
      <p:sp>
        <p:nvSpPr>
          <p:cNvPr id="4" name="Left column">
            <a:extLst xmlns:a="http://schemas.openxmlformats.org/drawingml/2006/main">
              <a:ext uri="{FF2B5EF4-FFF2-40B4-BE49-F238E27FC236}">
                <a16:creationId xmlns:a16="http://schemas.microsoft.com/office/drawing/2014/main" id="{39FB7EFD-1186-4492-A809-5A8FC04B5421}"/>
              </a:ext>
            </a:extLst>
          </p:cNvPr>
          <p:cNvSpPr>
            <a:spLocks xmlns:a="http://schemas.openxmlformats.org/drawingml/2006/main" noGrp="1"/>
          </p:cNvSpPr>
          <p:nvPr>
            <p:ph type="body" idx="1"/>
          </p:nvPr>
        </p:nvSpPr>
        <p:spPr>
          <a:xfrm xmlns:a="http://schemas.openxmlformats.org/drawingml/2006/main">
            <a:off x="156838" y="1361872"/>
            <a:ext cx="3560324" cy="483140"/>
          </a:xfrm>
          <a:prstGeom xmlns:a="http://schemas.openxmlformats.org/drawingml/2006/main" prst="rect">
            <a:avLst/>
          </a:prstGeom>
          <a:solidFill xmlns:a="http://schemas.openxmlformats.org/drawingml/2006/main">
            <a:srgbClr val="F8D45D"/>
          </a:solidFill>
          <a:ln xmlns:a="http://schemas.openxmlformats.org/drawingml/2006/main">
            <a:noFill/>
            <a:prstDash val="solid"/>
          </a:ln>
        </p:spPr>
        <p:txBody>
          <a:bodyPr xmlns:a="http://schemas.openxmlformats.org/drawingml/2006/main" wrap="square" lIns="0" tIns="0" rIns="0" bIns="0" anchor="t">
            <a:normAutofit fontScale="80056"/>
          </a:bodyPr>
          <a:lstStyle xmlns:a="http://schemas.openxmlformats.org/drawingml/2006/main">
            <a:defPPr algn="ctr">
              <a:defRPr sz="3600" b="1">
                <a:solidFill>
                  <a:schemeClr val="tx1"/>
                </a:solidFill>
                <a:latin typeface="+mn-lt"/>
                <a:ea typeface="+mn-lt"/>
                <a:cs typeface="+mn-lt"/>
              </a:defRPr>
            </a:defPPr>
            <a:lvl1pPr marL="228600" indent="-228600" algn="ctr">
              <a:lnSpc>
                <a:spcPct val="110000"/>
              </a:lnSpc>
              <a:spcBef>
                <a:spcPts val="0"/>
              </a:spcBef>
              <a:spcAft>
                <a:spcPts val="1200"/>
              </a:spcAft>
              <a:buChar char="•"/>
              <a:defRPr sz="3600" b="1">
                <a:solidFill>
                  <a:schemeClr val="tx1"/>
                </a:solidFill>
                <a:latin typeface="+mn-lt"/>
                <a:ea typeface="+mn-lt"/>
                <a:cs typeface="+mn-lt"/>
              </a:defRPr>
            </a:lvl1pPr>
            <a:lvl2pPr marL="533400" indent="-228600" algn="ctr">
              <a:lnSpc>
                <a:spcPct val="110000"/>
              </a:lnSpc>
              <a:spcBef>
                <a:spcPts val="0"/>
              </a:spcBef>
              <a:spcAft>
                <a:spcPts val="1200"/>
              </a:spcAft>
              <a:buChar char="•"/>
              <a:defRPr sz="3600" b="1">
                <a:solidFill>
                  <a:schemeClr val="tx1"/>
                </a:solidFill>
                <a:latin typeface="+mn-lt"/>
                <a:ea typeface="+mn-lt"/>
                <a:cs typeface="+mn-lt"/>
              </a:defRPr>
            </a:lvl2pPr>
            <a:lvl3pPr marL="838200" indent="-228600" algn="ctr">
              <a:lnSpc>
                <a:spcPct val="110000"/>
              </a:lnSpc>
              <a:spcBef>
                <a:spcPts val="0"/>
              </a:spcBef>
              <a:spcAft>
                <a:spcPts val="1200"/>
              </a:spcAft>
              <a:buChar char="•"/>
              <a:defRPr sz="3600" b="1">
                <a:solidFill>
                  <a:schemeClr val="tx1"/>
                </a:solidFill>
                <a:latin typeface="+mn-lt"/>
                <a:ea typeface="+mn-lt"/>
                <a:cs typeface="+mn-lt"/>
              </a:defRPr>
            </a:lvl3pPr>
            <a:lvl4pPr marL="1143000" indent="-228600" algn="ctr">
              <a:lnSpc>
                <a:spcPct val="110000"/>
              </a:lnSpc>
              <a:spcBef>
                <a:spcPts val="0"/>
              </a:spcBef>
              <a:spcAft>
                <a:spcPts val="1200"/>
              </a:spcAft>
              <a:buChar char="•"/>
              <a:defRPr sz="3600" b="1">
                <a:solidFill>
                  <a:schemeClr val="tx1"/>
                </a:solidFill>
                <a:latin typeface="+mn-lt"/>
                <a:ea typeface="+mn-lt"/>
                <a:cs typeface="+mn-lt"/>
              </a:defRPr>
            </a:lvl4pPr>
            <a:lvl5pPr marL="1447800" indent="-228600" algn="ctr">
              <a:lnSpc>
                <a:spcPct val="110000"/>
              </a:lnSpc>
              <a:spcBef>
                <a:spcPts val="0"/>
              </a:spcBef>
              <a:spcAft>
                <a:spcPts val="1200"/>
              </a:spcAft>
              <a:buChar char="•"/>
              <a:defRPr sz="3600" b="1">
                <a:solidFill>
                  <a:schemeClr val="tx1"/>
                </a:solidFill>
                <a:latin typeface="+mn-lt"/>
                <a:ea typeface="+mn-lt"/>
                <a:cs typeface="+mn-lt"/>
              </a:defRPr>
            </a:lvl5pPr>
            <a:lvl6pPr marL="1752600" indent="-228600" algn="ctr">
              <a:lnSpc>
                <a:spcPct val="110000"/>
              </a:lnSpc>
              <a:spcBef>
                <a:spcPts val="0"/>
              </a:spcBef>
              <a:spcAft>
                <a:spcPts val="1200"/>
              </a:spcAft>
              <a:buChar char="•"/>
              <a:defRPr sz="3600" b="1">
                <a:solidFill>
                  <a:schemeClr val="tx1"/>
                </a:solidFill>
                <a:latin typeface="+mn-lt"/>
                <a:ea typeface="+mn-lt"/>
                <a:cs typeface="+mn-lt"/>
              </a:defRPr>
            </a:lvl6pPr>
            <a:lvl7pPr marL="2057400" indent="-228600" algn="ctr">
              <a:lnSpc>
                <a:spcPct val="110000"/>
              </a:lnSpc>
              <a:spcBef>
                <a:spcPts val="0"/>
              </a:spcBef>
              <a:spcAft>
                <a:spcPts val="1200"/>
              </a:spcAft>
              <a:buChar char="•"/>
              <a:defRPr sz="3600" b="1">
                <a:solidFill>
                  <a:schemeClr val="tx1"/>
                </a:solidFill>
                <a:latin typeface="+mn-lt"/>
                <a:ea typeface="+mn-lt"/>
                <a:cs typeface="+mn-lt"/>
              </a:defRPr>
            </a:lvl7pPr>
            <a:lvl8pPr marL="2362200" indent="-228600" algn="ctr">
              <a:lnSpc>
                <a:spcPct val="110000"/>
              </a:lnSpc>
              <a:spcBef>
                <a:spcPts val="0"/>
              </a:spcBef>
              <a:spcAft>
                <a:spcPts val="1200"/>
              </a:spcAft>
              <a:buChar char="•"/>
              <a:defRPr sz="3600" b="1">
                <a:solidFill>
                  <a:schemeClr val="tx1"/>
                </a:solidFill>
                <a:latin typeface="+mn-lt"/>
                <a:ea typeface="+mn-lt"/>
                <a:cs typeface="+mn-lt"/>
              </a:defRPr>
            </a:lvl8pPr>
            <a:lvl9pPr marL="2667000" indent="-228600" algn="ctr">
              <a:lnSpc>
                <a:spcPct val="110000"/>
              </a:lnSpc>
              <a:spcBef>
                <a:spcPts val="0"/>
              </a:spcBef>
              <a:spcAft>
                <a:spcPts val="1200"/>
              </a:spcAft>
              <a:buChar char="•"/>
              <a:defRPr sz="3600" b="1">
                <a:solidFill>
                  <a:schemeClr val="tx1"/>
                </a:solidFill>
                <a:latin typeface="+mn-lt"/>
                <a:ea typeface="+mn-lt"/>
                <a:cs typeface="+mn-lt"/>
              </a:defRPr>
            </a:lvl9pPr>
          </a:lstStyle>
          <a:p xmlns:a="http://schemas.openxmlformats.org/drawingml/2006/main">
            <a:pPr marL="0" indent="0" algn="ctr">
              <a:buNone/>
            </a:pPr>
            <a:r>
              <a:rPr sz="3600" b="1"/>
              <a:t>https://mguhlin.org</a:t>
            </a:r>
          </a:p>
        </p:txBody>
      </p:sp>
      <p:pic>
        <p:nvPicPr>
          <p:cNvPr id="5" name="">
            <a:extLst xmlns:a="http://schemas.openxmlformats.org/drawingml/2006/main">
              <a:ext uri="{FF2B5EF4-FFF2-40B4-BE49-F238E27FC236}">
                <a16:creationId xmlns:a16="http://schemas.microsoft.com/office/drawing/2014/main" id="{2B6A21B5-7A78-4343-B0D8-C68087E4D47D}"/>
              </a:ext>
            </a:extLst>
          </p:cNvPr>
          <p:cNvPicPr>
            <a:picLocks xmlns:a="http://schemas.openxmlformats.org/drawingml/2006/main" noChangeAspect="1"/>
          </p:cNvPicPr>
          <p:nvPr/>
        </p:nvPicPr>
        <p:blipFill>
          <a:blip xmlns:r="http://schemas.openxmlformats.org/officeDocument/2006/relationships" xmlns:a="http://schemas.openxmlformats.org/drawingml/2006/main" r:embed="R995f0901324f44c1"/>
          <a:srcRect xmlns:a="http://schemas.openxmlformats.org/drawingml/2006/main" l="0" t="0" r="0" b="52568"/>
          <a:stretch xmlns:a="http://schemas.openxmlformats.org/drawingml/2006/main"/>
        </p:blipFill>
        <p:spPr>
          <a:xfrm xmlns:a="http://schemas.openxmlformats.org/drawingml/2006/main">
            <a:off x="186021" y="3434945"/>
            <a:ext cx="3966494" cy="2568102"/>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7180DB9-81E3-4D4E-8C30-F547B6F082BC}"/>
              </a:ext>
            </a:extLst>
          </p:cNvPr>
          <p:cNvPicPr>
            <a:picLocks xmlns:a="http://schemas.openxmlformats.org/drawingml/2006/main" noChangeAspect="1"/>
          </p:cNvPicPr>
          <p:nvPr/>
        </p:nvPicPr>
        <p:blipFill>
          <a:blip xmlns:r="http://schemas.openxmlformats.org/officeDocument/2006/relationships" xmlns:a="http://schemas.openxmlformats.org/drawingml/2006/main" r:embed="R7f9cb66b27ae4f05"/>
          <a:stretch xmlns:a="http://schemas.openxmlformats.org/drawingml/2006/main"/>
        </p:blipFill>
        <p:spPr>
          <a:xfrm xmlns:a="http://schemas.openxmlformats.org/drawingml/2006/main">
            <a:off x="7833403" y="1361872"/>
            <a:ext cx="4166173" cy="2430562"/>
          </a:xfrm>
          <a:prstGeom xmlns:a="http://schemas.openxmlformats.org/drawingml/2006/main" prst="rect">
            <a:avLst/>
          </a:prstGeom>
        </p:spPr>
      </p:pic>
      <p:sp>
        <p:nvSpPr>
          <p:cNvPr id="7" name="Left column">
            <a:extLst xmlns:a="http://schemas.openxmlformats.org/drawingml/2006/main">
              <a:ext uri="{FF2B5EF4-FFF2-40B4-BE49-F238E27FC236}">
                <a16:creationId xmlns:a16="http://schemas.microsoft.com/office/drawing/2014/main" id="{BE1FF4EB-52C1-40D4-B99A-0F5D4FE10A69}"/>
              </a:ext>
            </a:extLst>
          </p:cNvPr>
          <p:cNvSpPr>
            <a:spLocks xmlns:a="http://schemas.openxmlformats.org/drawingml/2006/main" noGrp="1"/>
          </p:cNvSpPr>
          <p:nvPr>
            <p:ph type="body" idx="1"/>
          </p:nvPr>
        </p:nvSpPr>
        <p:spPr>
          <a:xfrm xmlns:a="http://schemas.openxmlformats.org/drawingml/2006/main">
            <a:off x="7524852" y="5590473"/>
            <a:ext cx="4474724" cy="412574"/>
          </a:xfrm>
          <a:prstGeom xmlns:a="http://schemas.openxmlformats.org/drawingml/2006/main" prst="rect">
            <a:avLst/>
          </a:prstGeom>
          <a:solidFill xmlns:a="http://schemas.openxmlformats.org/drawingml/2006/main">
            <a:srgbClr val="F8D45D"/>
          </a:solidFill>
          <a:ln xmlns:a="http://schemas.openxmlformats.org/drawingml/2006/main">
            <a:noFill/>
            <a:prstDash val="solid"/>
          </a:ln>
        </p:spPr>
        <p:txBody>
          <a:bodyPr xmlns:a="http://schemas.openxmlformats.org/drawingml/2006/main" wrap="square" lIns="0" tIns="0" rIns="0" bIns="0" anchor="t">
            <a:normAutofit fontScale="68363"/>
          </a:bodyPr>
          <a:lstStyle xmlns:a="http://schemas.openxmlformats.org/drawingml/2006/main">
            <a:defPPr algn="ctr">
              <a:defRPr sz="3600" b="1">
                <a:solidFill>
                  <a:schemeClr val="tx1"/>
                </a:solidFill>
                <a:latin typeface="+mn-lt"/>
                <a:ea typeface="+mn-lt"/>
                <a:cs typeface="+mn-lt"/>
              </a:defRPr>
            </a:defPPr>
            <a:lvl1pPr marL="228600" indent="-228600" algn="ctr">
              <a:lnSpc>
                <a:spcPct val="110000"/>
              </a:lnSpc>
              <a:spcBef>
                <a:spcPts val="0"/>
              </a:spcBef>
              <a:spcAft>
                <a:spcPts val="1200"/>
              </a:spcAft>
              <a:buChar char="•"/>
              <a:defRPr sz="3600" b="1">
                <a:solidFill>
                  <a:schemeClr val="tx1"/>
                </a:solidFill>
                <a:latin typeface="+mn-lt"/>
                <a:ea typeface="+mn-lt"/>
                <a:cs typeface="+mn-lt"/>
              </a:defRPr>
            </a:lvl1pPr>
            <a:lvl2pPr marL="533400" indent="-228600" algn="ctr">
              <a:lnSpc>
                <a:spcPct val="110000"/>
              </a:lnSpc>
              <a:spcBef>
                <a:spcPts val="0"/>
              </a:spcBef>
              <a:spcAft>
                <a:spcPts val="1200"/>
              </a:spcAft>
              <a:buChar char="•"/>
              <a:defRPr sz="3600" b="1">
                <a:solidFill>
                  <a:schemeClr val="tx1"/>
                </a:solidFill>
                <a:latin typeface="+mn-lt"/>
                <a:ea typeface="+mn-lt"/>
                <a:cs typeface="+mn-lt"/>
              </a:defRPr>
            </a:lvl2pPr>
            <a:lvl3pPr marL="838200" indent="-228600" algn="ctr">
              <a:lnSpc>
                <a:spcPct val="110000"/>
              </a:lnSpc>
              <a:spcBef>
                <a:spcPts val="0"/>
              </a:spcBef>
              <a:spcAft>
                <a:spcPts val="1200"/>
              </a:spcAft>
              <a:buChar char="•"/>
              <a:defRPr sz="3600" b="1">
                <a:solidFill>
                  <a:schemeClr val="tx1"/>
                </a:solidFill>
                <a:latin typeface="+mn-lt"/>
                <a:ea typeface="+mn-lt"/>
                <a:cs typeface="+mn-lt"/>
              </a:defRPr>
            </a:lvl3pPr>
            <a:lvl4pPr marL="1143000" indent="-228600" algn="ctr">
              <a:lnSpc>
                <a:spcPct val="110000"/>
              </a:lnSpc>
              <a:spcBef>
                <a:spcPts val="0"/>
              </a:spcBef>
              <a:spcAft>
                <a:spcPts val="1200"/>
              </a:spcAft>
              <a:buChar char="•"/>
              <a:defRPr sz="3600" b="1">
                <a:solidFill>
                  <a:schemeClr val="tx1"/>
                </a:solidFill>
                <a:latin typeface="+mn-lt"/>
                <a:ea typeface="+mn-lt"/>
                <a:cs typeface="+mn-lt"/>
              </a:defRPr>
            </a:lvl4pPr>
            <a:lvl5pPr marL="1447800" indent="-228600" algn="ctr">
              <a:lnSpc>
                <a:spcPct val="110000"/>
              </a:lnSpc>
              <a:spcBef>
                <a:spcPts val="0"/>
              </a:spcBef>
              <a:spcAft>
                <a:spcPts val="1200"/>
              </a:spcAft>
              <a:buChar char="•"/>
              <a:defRPr sz="3600" b="1">
                <a:solidFill>
                  <a:schemeClr val="tx1"/>
                </a:solidFill>
                <a:latin typeface="+mn-lt"/>
                <a:ea typeface="+mn-lt"/>
                <a:cs typeface="+mn-lt"/>
              </a:defRPr>
            </a:lvl5pPr>
            <a:lvl6pPr marL="1752600" indent="-228600" algn="ctr">
              <a:lnSpc>
                <a:spcPct val="110000"/>
              </a:lnSpc>
              <a:spcBef>
                <a:spcPts val="0"/>
              </a:spcBef>
              <a:spcAft>
                <a:spcPts val="1200"/>
              </a:spcAft>
              <a:buChar char="•"/>
              <a:defRPr sz="3600" b="1">
                <a:solidFill>
                  <a:schemeClr val="tx1"/>
                </a:solidFill>
                <a:latin typeface="+mn-lt"/>
                <a:ea typeface="+mn-lt"/>
                <a:cs typeface="+mn-lt"/>
              </a:defRPr>
            </a:lvl6pPr>
            <a:lvl7pPr marL="2057400" indent="-228600" algn="ctr">
              <a:lnSpc>
                <a:spcPct val="110000"/>
              </a:lnSpc>
              <a:spcBef>
                <a:spcPts val="0"/>
              </a:spcBef>
              <a:spcAft>
                <a:spcPts val="1200"/>
              </a:spcAft>
              <a:buChar char="•"/>
              <a:defRPr sz="3600" b="1">
                <a:solidFill>
                  <a:schemeClr val="tx1"/>
                </a:solidFill>
                <a:latin typeface="+mn-lt"/>
                <a:ea typeface="+mn-lt"/>
                <a:cs typeface="+mn-lt"/>
              </a:defRPr>
            </a:lvl7pPr>
            <a:lvl8pPr marL="2362200" indent="-228600" algn="ctr">
              <a:lnSpc>
                <a:spcPct val="110000"/>
              </a:lnSpc>
              <a:spcBef>
                <a:spcPts val="0"/>
              </a:spcBef>
              <a:spcAft>
                <a:spcPts val="1200"/>
              </a:spcAft>
              <a:buChar char="•"/>
              <a:defRPr sz="3600" b="1">
                <a:solidFill>
                  <a:schemeClr val="tx1"/>
                </a:solidFill>
                <a:latin typeface="+mn-lt"/>
                <a:ea typeface="+mn-lt"/>
                <a:cs typeface="+mn-lt"/>
              </a:defRPr>
            </a:lvl8pPr>
            <a:lvl9pPr marL="2667000" indent="-228600" algn="ctr">
              <a:lnSpc>
                <a:spcPct val="110000"/>
              </a:lnSpc>
              <a:spcBef>
                <a:spcPts val="0"/>
              </a:spcBef>
              <a:spcAft>
                <a:spcPts val="1200"/>
              </a:spcAft>
              <a:buChar char="•"/>
              <a:defRPr sz="3600" b="1">
                <a:solidFill>
                  <a:schemeClr val="tx1"/>
                </a:solidFill>
                <a:latin typeface="+mn-lt"/>
                <a:ea typeface="+mn-lt"/>
                <a:cs typeface="+mn-lt"/>
              </a:defRPr>
            </a:lvl9pPr>
          </a:lstStyle>
          <a:p xmlns:a="http://schemas.openxmlformats.org/drawingml/2006/main">
            <a:pPr marL="0" indent="0" algn="ctr">
              <a:buNone/>
            </a:pPr>
            <a:r>
              <a:rPr sz="3600" b="1"/>
              <a:t>https://mguhlin.github.io/nspa</a:t>
            </a:r>
          </a:p>
        </p:txBody>
      </p:sp>
      <p:pic>
        <p:nvPicPr>
          <p:cNvPr id="8" name="my-qr-code.png">
            <a:extLst xmlns:a="http://schemas.openxmlformats.org/drawingml/2006/main">
              <a:ext uri="{FF2B5EF4-FFF2-40B4-BE49-F238E27FC236}">
                <a16:creationId xmlns:a16="http://schemas.microsoft.com/office/drawing/2014/main" id="{6F943749-6955-48B3-9D71-2D1ADF97BFD2}"/>
              </a:ext>
            </a:extLst>
          </p:cNvPr>
          <p:cNvPicPr>
            <a:picLocks xmlns:a="http://schemas.openxmlformats.org/drawingml/2006/main" noChangeAspect="1"/>
          </p:cNvPicPr>
          <p:nvPr/>
        </p:nvPicPr>
        <p:blipFill>
          <a:blip xmlns:r="http://schemas.openxmlformats.org/officeDocument/2006/relationships" xmlns:a="http://schemas.openxmlformats.org/drawingml/2006/main" r:embed="R8097a79e3aa94314"/>
          <a:stretch xmlns:a="http://schemas.openxmlformats.org/drawingml/2006/main"/>
        </p:blipFill>
        <p:spPr>
          <a:xfrm xmlns:a="http://schemas.openxmlformats.org/drawingml/2006/main">
            <a:off x="3943370" y="1603442"/>
            <a:ext cx="3987031" cy="3987031"/>
          </a:xfrm>
          <a:prstGeom xmlns:a="http://schemas.openxmlformats.org/drawingml/2006/main" prst="rect">
            <a:avLst/>
          </a:prstGeom>
        </p:spPr>
      </p:pic>
    </p:spTree>
    <p:extLst>
      <p:ext uri="{BB962C8B-B14F-4D97-AF65-F5344CB8AC3E}">
        <p14:creationId xmlns:p14="http://schemas.microsoft.com/office/powerpoint/2010/main" val="17140050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B16B648-2662-47C6-9337-86A17EB270E8}"/>
              </a:ext>
            </a:extLst>
          </p:cNvPr>
          <p:cNvPicPr>
            <a:picLocks xmlns:a="http://schemas.openxmlformats.org/drawingml/2006/main" noChangeAspect="1"/>
          </p:cNvPicPr>
          <p:nvPr/>
        </p:nvPicPr>
        <p:blipFill>
          <a:blip xmlns:r="http://schemas.openxmlformats.org/officeDocument/2006/relationships" xmlns:a="http://schemas.openxmlformats.org/drawingml/2006/main" r:embed="Rcd066c1cbb3c4dc6"/>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C0B1521C-F25A-4F2F-8685-C57135FB943E}"/>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prompt reviewers can check</a:t>
            </a:r>
          </a:p>
        </p:txBody>
      </p:sp>
      <p:sp>
        <p:nvSpPr>
          <p:cNvPr id="4" name="subtitle">
            <a:extLst xmlns:a="http://schemas.openxmlformats.org/drawingml/2006/main">
              <a:ext uri="{FF2B5EF4-FFF2-40B4-BE49-F238E27FC236}">
                <a16:creationId xmlns:a16="http://schemas.microsoft.com/office/drawing/2014/main" id="{C48C0CB2-253B-4EAA-AA11-34AC223AF832}"/>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Each instruction should produce something a person can verify.</a:t>
            </a:r>
          </a:p>
        </p:txBody>
      </p:sp>
      <p:sp>
        <p:nvSpPr>
          <p:cNvPr id="5" name="slide-number">
            <a:extLst xmlns:a="http://schemas.openxmlformats.org/drawingml/2006/main">
              <a:ext uri="{FF2B5EF4-FFF2-40B4-BE49-F238E27FC236}">
                <a16:creationId xmlns:a16="http://schemas.microsoft.com/office/drawing/2014/main" id="{B65EF246-EB90-49CF-AD2D-1B8D7A6AFB65}"/>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06</a:t>
            </a:r>
          </a:p>
        </p:txBody>
      </p:sp>
      <p:pic>
        <p:nvPicPr>
          <p:cNvPr id="6" name="">
            <a:extLst xmlns:a="http://schemas.openxmlformats.org/drawingml/2006/main">
              <a:ext uri="{FF2B5EF4-FFF2-40B4-BE49-F238E27FC236}">
                <a16:creationId xmlns:a16="http://schemas.microsoft.com/office/drawing/2014/main" id="{C4E3B573-D69D-4190-A546-78C5FB060816}"/>
              </a:ext>
            </a:extLst>
          </p:cNvPr>
          <p:cNvPicPr>
            <a:picLocks xmlns:a="http://schemas.openxmlformats.org/drawingml/2006/main" noChangeAspect="1"/>
          </p:cNvPicPr>
          <p:nvPr/>
        </p:nvPicPr>
        <p:blipFill>
          <a:blip xmlns:r="http://schemas.openxmlformats.org/officeDocument/2006/relationships" xmlns:a="http://schemas.openxmlformats.org/drawingml/2006/main" r:embed="R2d1e65458af94bfe"/>
          <a:stretch xmlns:a="http://schemas.openxmlformats.org/drawingml/2006/main"/>
        </p:blipFill>
        <p:spPr>
          <a:xfrm xmlns:a="http://schemas.openxmlformats.org/drawingml/2006/main">
            <a:off x="7229475" y="2095500"/>
            <a:ext cx="3905250" cy="3905250"/>
          </a:xfrm>
          <a:prstGeom xmlns:a="http://schemas.openxmlformats.org/drawingml/2006/main" prst="rect">
            <a:avLst/>
          </a:prstGeom>
        </p:spPr>
      </p:pic>
      <p:sp>
        <p:nvSpPr>
          <p:cNvPr id="7" name="prompt-num-01">
            <a:extLst xmlns:a="http://schemas.openxmlformats.org/drawingml/2006/main">
              <a:ext uri="{FF2B5EF4-FFF2-40B4-BE49-F238E27FC236}">
                <a16:creationId xmlns:a16="http://schemas.microsoft.com/office/drawing/2014/main" id="{E7CC1F1E-131E-4E4B-A5EA-F838C2B90075}"/>
              </a:ext>
            </a:extLst>
          </p:cNvPr>
          <p:cNvSpPr>
            <a:spLocks xmlns:a="http://schemas.openxmlformats.org/drawingml/2006/main" noGrp="1"/>
          </p:cNvSpPr>
          <p:nvPr/>
        </p:nvSpPr>
        <p:spPr>
          <a:xfrm xmlns:a="http://schemas.openxmlformats.org/drawingml/2006/main">
            <a:off x="609600" y="2190750"/>
            <a:ext cx="857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75" b="1">
                <a:solidFill>
                  <a:srgbClr val="007D87"/>
                </a:solidFill>
                <a:latin typeface="DejaVu Sans"/>
                <a:ea typeface="DejaVu Sans"/>
                <a:cs typeface="DejaVu Sans"/>
              </a:defRPr>
            </a:defPPr>
            <a:lvl1pPr>
              <a:defRPr sz="3375" b="1">
                <a:solidFill>
                  <a:srgbClr val="007D87"/>
                </a:solidFill>
                <a:latin typeface="DejaVu Sans"/>
                <a:ea typeface="DejaVu Sans"/>
                <a:cs typeface="DejaVu Sans"/>
              </a:defRPr>
            </a:lvl1pPr>
            <a:lvl2pPr>
              <a:defRPr sz="3375" b="1">
                <a:solidFill>
                  <a:srgbClr val="007D87"/>
                </a:solidFill>
                <a:latin typeface="DejaVu Sans"/>
                <a:ea typeface="DejaVu Sans"/>
                <a:cs typeface="DejaVu Sans"/>
              </a:defRPr>
            </a:lvl2pPr>
            <a:lvl3pPr>
              <a:defRPr sz="3375" b="1">
                <a:solidFill>
                  <a:srgbClr val="007D87"/>
                </a:solidFill>
                <a:latin typeface="DejaVu Sans"/>
                <a:ea typeface="DejaVu Sans"/>
                <a:cs typeface="DejaVu Sans"/>
              </a:defRPr>
            </a:lvl3pPr>
            <a:lvl4pPr>
              <a:defRPr sz="3375" b="1">
                <a:solidFill>
                  <a:srgbClr val="007D87"/>
                </a:solidFill>
                <a:latin typeface="DejaVu Sans"/>
                <a:ea typeface="DejaVu Sans"/>
                <a:cs typeface="DejaVu Sans"/>
              </a:defRPr>
            </a:lvl4pPr>
            <a:lvl5pPr>
              <a:defRPr sz="3375" b="1">
                <a:solidFill>
                  <a:srgbClr val="007D87"/>
                </a:solidFill>
                <a:latin typeface="DejaVu Sans"/>
                <a:ea typeface="DejaVu Sans"/>
                <a:cs typeface="DejaVu Sans"/>
              </a:defRPr>
            </a:lvl5pPr>
            <a:lvl6pPr>
              <a:defRPr sz="3375" b="1">
                <a:solidFill>
                  <a:srgbClr val="007D87"/>
                </a:solidFill>
                <a:latin typeface="DejaVu Sans"/>
                <a:ea typeface="DejaVu Sans"/>
                <a:cs typeface="DejaVu Sans"/>
              </a:defRPr>
            </a:lvl6pPr>
            <a:lvl7pPr>
              <a:defRPr sz="3375" b="1">
                <a:solidFill>
                  <a:srgbClr val="007D87"/>
                </a:solidFill>
                <a:latin typeface="DejaVu Sans"/>
                <a:ea typeface="DejaVu Sans"/>
                <a:cs typeface="DejaVu Sans"/>
              </a:defRPr>
            </a:lvl7pPr>
            <a:lvl8pPr>
              <a:defRPr sz="3375" b="1">
                <a:solidFill>
                  <a:srgbClr val="007D87"/>
                </a:solidFill>
                <a:latin typeface="DejaVu Sans"/>
                <a:ea typeface="DejaVu Sans"/>
                <a:cs typeface="DejaVu Sans"/>
              </a:defRPr>
            </a:lvl8pPr>
            <a:lvl9pPr>
              <a:defRPr sz="3375" b="1">
                <a:solidFill>
                  <a:srgbClr val="007D87"/>
                </a:solidFill>
                <a:latin typeface="DejaVu Sans"/>
                <a:ea typeface="DejaVu Sans"/>
                <a:cs typeface="DejaVu Sans"/>
              </a:defRPr>
            </a:lvl9pPr>
          </a:lstStyle>
          <a:p xmlns:a="http://schemas.openxmlformats.org/drawingml/2006/main">
            <a:pPr>
              <a:defRPr sz="3375" b="1">
                <a:solidFill>
                  <a:srgbClr val="007D87"/>
                </a:solidFill>
                <a:latin typeface="DejaVu Sans"/>
                <a:ea typeface="DejaVu Sans"/>
                <a:cs typeface="DejaVu Sans"/>
              </a:defRPr>
            </a:pPr>
            <a:r>
              <a:rPr sz="3375" b="1">
                <a:solidFill>
                  <a:srgbClr val="007D87"/>
                </a:solidFill>
                <a:latin typeface="DejaVu Sans"/>
                <a:ea typeface="DejaVu Sans"/>
                <a:cs typeface="DejaVu Sans"/>
              </a:rPr>
              <a:t>01</a:t>
            </a:r>
          </a:p>
        </p:txBody>
      </p:sp>
      <p:sp>
        <p:nvSpPr>
          <p:cNvPr id="8" name="prompt-head-01">
            <a:extLst xmlns:a="http://schemas.openxmlformats.org/drawingml/2006/main">
              <a:ext uri="{FF2B5EF4-FFF2-40B4-BE49-F238E27FC236}">
                <a16:creationId xmlns:a16="http://schemas.microsoft.com/office/drawing/2014/main" id="{B5D33020-F5E0-403D-9B23-ACF0C7C8D0C8}"/>
              </a:ext>
            </a:extLst>
          </p:cNvPr>
          <p:cNvSpPr>
            <a:spLocks xmlns:a="http://schemas.openxmlformats.org/drawingml/2006/main" noGrp="1"/>
          </p:cNvSpPr>
          <p:nvPr/>
        </p:nvSpPr>
        <p:spPr>
          <a:xfrm xmlns:a="http://schemas.openxmlformats.org/drawingml/2006/main">
            <a:off x="1666875" y="2200275"/>
            <a:ext cx="4857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23E4F"/>
                </a:solidFill>
                <a:latin typeface="DejaVu Sans"/>
                <a:ea typeface="DejaVu Sans"/>
                <a:cs typeface="DejaVu Sans"/>
              </a:defRPr>
            </a:defPPr>
            <a:lvl1pPr>
              <a:defRPr sz="2100" b="1">
                <a:solidFill>
                  <a:srgbClr val="123E4F"/>
                </a:solidFill>
                <a:latin typeface="DejaVu Sans"/>
                <a:ea typeface="DejaVu Sans"/>
                <a:cs typeface="DejaVu Sans"/>
              </a:defRPr>
            </a:lvl1pPr>
            <a:lvl2pPr>
              <a:defRPr sz="2100" b="1">
                <a:solidFill>
                  <a:srgbClr val="123E4F"/>
                </a:solidFill>
                <a:latin typeface="DejaVu Sans"/>
                <a:ea typeface="DejaVu Sans"/>
                <a:cs typeface="DejaVu Sans"/>
              </a:defRPr>
            </a:lvl2pPr>
            <a:lvl3pPr>
              <a:defRPr sz="2100" b="1">
                <a:solidFill>
                  <a:srgbClr val="123E4F"/>
                </a:solidFill>
                <a:latin typeface="DejaVu Sans"/>
                <a:ea typeface="DejaVu Sans"/>
                <a:cs typeface="DejaVu Sans"/>
              </a:defRPr>
            </a:lvl3pPr>
            <a:lvl4pPr>
              <a:defRPr sz="2100" b="1">
                <a:solidFill>
                  <a:srgbClr val="123E4F"/>
                </a:solidFill>
                <a:latin typeface="DejaVu Sans"/>
                <a:ea typeface="DejaVu Sans"/>
                <a:cs typeface="DejaVu Sans"/>
              </a:defRPr>
            </a:lvl4pPr>
            <a:lvl5pPr>
              <a:defRPr sz="2100" b="1">
                <a:solidFill>
                  <a:srgbClr val="123E4F"/>
                </a:solidFill>
                <a:latin typeface="DejaVu Sans"/>
                <a:ea typeface="DejaVu Sans"/>
                <a:cs typeface="DejaVu Sans"/>
              </a:defRPr>
            </a:lvl5pPr>
            <a:lvl6pPr>
              <a:defRPr sz="2100" b="1">
                <a:solidFill>
                  <a:srgbClr val="123E4F"/>
                </a:solidFill>
                <a:latin typeface="DejaVu Sans"/>
                <a:ea typeface="DejaVu Sans"/>
                <a:cs typeface="DejaVu Sans"/>
              </a:defRPr>
            </a:lvl6pPr>
            <a:lvl7pPr>
              <a:defRPr sz="2100" b="1">
                <a:solidFill>
                  <a:srgbClr val="123E4F"/>
                </a:solidFill>
                <a:latin typeface="DejaVu Sans"/>
                <a:ea typeface="DejaVu Sans"/>
                <a:cs typeface="DejaVu Sans"/>
              </a:defRPr>
            </a:lvl7pPr>
            <a:lvl8pPr>
              <a:defRPr sz="2100" b="1">
                <a:solidFill>
                  <a:srgbClr val="123E4F"/>
                </a:solidFill>
                <a:latin typeface="DejaVu Sans"/>
                <a:ea typeface="DejaVu Sans"/>
                <a:cs typeface="DejaVu Sans"/>
              </a:defRPr>
            </a:lvl8pPr>
            <a:lvl9pPr>
              <a:defRPr sz="2100" b="1">
                <a:solidFill>
                  <a:srgbClr val="123E4F"/>
                </a:solidFill>
                <a:latin typeface="DejaVu Sans"/>
                <a:ea typeface="DejaVu Sans"/>
                <a:cs typeface="DejaVu Sans"/>
              </a:defRPr>
            </a:lvl9pPr>
          </a:lstStyle>
          <a:p xmlns:a="http://schemas.openxmlformats.org/drawingml/2006/main">
            <a:pPr>
              <a:defRPr sz="2100" b="1">
                <a:solidFill>
                  <a:srgbClr val="123E4F"/>
                </a:solidFill>
                <a:latin typeface="DejaVu Sans"/>
                <a:ea typeface="DejaVu Sans"/>
                <a:cs typeface="DejaVu Sans"/>
              </a:defRPr>
            </a:pPr>
            <a:r>
              <a:rPr sz="2100" b="1">
                <a:solidFill>
                  <a:srgbClr val="123E4F"/>
                </a:solidFill>
                <a:latin typeface="DejaVu Sans"/>
                <a:ea typeface="DejaVu Sans"/>
                <a:cs typeface="DejaVu Sans"/>
              </a:rPr>
              <a:t>TASK</a:t>
            </a:r>
          </a:p>
        </p:txBody>
      </p:sp>
      <p:sp>
        <p:nvSpPr>
          <p:cNvPr id="9" name="prompt-body-01">
            <a:extLst xmlns:a="http://schemas.openxmlformats.org/drawingml/2006/main">
              <a:ext uri="{FF2B5EF4-FFF2-40B4-BE49-F238E27FC236}">
                <a16:creationId xmlns:a16="http://schemas.microsoft.com/office/drawing/2014/main" id="{0DF33DE9-276E-461E-9C66-FB3B0A5D0342}"/>
              </a:ext>
            </a:extLst>
          </p:cNvPr>
          <p:cNvSpPr>
            <a:spLocks xmlns:a="http://schemas.openxmlformats.org/drawingml/2006/main" noGrp="1"/>
          </p:cNvSpPr>
          <p:nvPr/>
        </p:nvSpPr>
        <p:spPr>
          <a:xfrm xmlns:a="http://schemas.openxmlformats.org/drawingml/2006/main">
            <a:off x="1666875" y="2628900"/>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One excerpt. One criterion.</a:t>
            </a:r>
          </a:p>
        </p:txBody>
      </p:sp>
      <p:sp>
        <p:nvSpPr>
          <p:cNvPr id="10" name="prompt-num-02">
            <a:extLst xmlns:a="http://schemas.openxmlformats.org/drawingml/2006/main">
              <a:ext uri="{FF2B5EF4-FFF2-40B4-BE49-F238E27FC236}">
                <a16:creationId xmlns:a16="http://schemas.microsoft.com/office/drawing/2014/main" id="{5AAE9462-1B0C-4D7F-8FF8-0CA4EB4B2874}"/>
              </a:ext>
            </a:extLst>
          </p:cNvPr>
          <p:cNvSpPr>
            <a:spLocks xmlns:a="http://schemas.openxmlformats.org/drawingml/2006/main" noGrp="1"/>
          </p:cNvSpPr>
          <p:nvPr/>
        </p:nvSpPr>
        <p:spPr>
          <a:xfrm xmlns:a="http://schemas.openxmlformats.org/drawingml/2006/main">
            <a:off x="609600" y="3152775"/>
            <a:ext cx="857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75" b="1">
                <a:solidFill>
                  <a:srgbClr val="007D87"/>
                </a:solidFill>
                <a:latin typeface="DejaVu Sans"/>
                <a:ea typeface="DejaVu Sans"/>
                <a:cs typeface="DejaVu Sans"/>
              </a:defRPr>
            </a:defPPr>
            <a:lvl1pPr>
              <a:defRPr sz="3375" b="1">
                <a:solidFill>
                  <a:srgbClr val="007D87"/>
                </a:solidFill>
                <a:latin typeface="DejaVu Sans"/>
                <a:ea typeface="DejaVu Sans"/>
                <a:cs typeface="DejaVu Sans"/>
              </a:defRPr>
            </a:lvl1pPr>
            <a:lvl2pPr>
              <a:defRPr sz="3375" b="1">
                <a:solidFill>
                  <a:srgbClr val="007D87"/>
                </a:solidFill>
                <a:latin typeface="DejaVu Sans"/>
                <a:ea typeface="DejaVu Sans"/>
                <a:cs typeface="DejaVu Sans"/>
              </a:defRPr>
            </a:lvl2pPr>
            <a:lvl3pPr>
              <a:defRPr sz="3375" b="1">
                <a:solidFill>
                  <a:srgbClr val="007D87"/>
                </a:solidFill>
                <a:latin typeface="DejaVu Sans"/>
                <a:ea typeface="DejaVu Sans"/>
                <a:cs typeface="DejaVu Sans"/>
              </a:defRPr>
            </a:lvl3pPr>
            <a:lvl4pPr>
              <a:defRPr sz="3375" b="1">
                <a:solidFill>
                  <a:srgbClr val="007D87"/>
                </a:solidFill>
                <a:latin typeface="DejaVu Sans"/>
                <a:ea typeface="DejaVu Sans"/>
                <a:cs typeface="DejaVu Sans"/>
              </a:defRPr>
            </a:lvl4pPr>
            <a:lvl5pPr>
              <a:defRPr sz="3375" b="1">
                <a:solidFill>
                  <a:srgbClr val="007D87"/>
                </a:solidFill>
                <a:latin typeface="DejaVu Sans"/>
                <a:ea typeface="DejaVu Sans"/>
                <a:cs typeface="DejaVu Sans"/>
              </a:defRPr>
            </a:lvl5pPr>
            <a:lvl6pPr>
              <a:defRPr sz="3375" b="1">
                <a:solidFill>
                  <a:srgbClr val="007D87"/>
                </a:solidFill>
                <a:latin typeface="DejaVu Sans"/>
                <a:ea typeface="DejaVu Sans"/>
                <a:cs typeface="DejaVu Sans"/>
              </a:defRPr>
            </a:lvl6pPr>
            <a:lvl7pPr>
              <a:defRPr sz="3375" b="1">
                <a:solidFill>
                  <a:srgbClr val="007D87"/>
                </a:solidFill>
                <a:latin typeface="DejaVu Sans"/>
                <a:ea typeface="DejaVu Sans"/>
                <a:cs typeface="DejaVu Sans"/>
              </a:defRPr>
            </a:lvl7pPr>
            <a:lvl8pPr>
              <a:defRPr sz="3375" b="1">
                <a:solidFill>
                  <a:srgbClr val="007D87"/>
                </a:solidFill>
                <a:latin typeface="DejaVu Sans"/>
                <a:ea typeface="DejaVu Sans"/>
                <a:cs typeface="DejaVu Sans"/>
              </a:defRPr>
            </a:lvl8pPr>
            <a:lvl9pPr>
              <a:defRPr sz="3375" b="1">
                <a:solidFill>
                  <a:srgbClr val="007D87"/>
                </a:solidFill>
                <a:latin typeface="DejaVu Sans"/>
                <a:ea typeface="DejaVu Sans"/>
                <a:cs typeface="DejaVu Sans"/>
              </a:defRPr>
            </a:lvl9pPr>
          </a:lstStyle>
          <a:p xmlns:a="http://schemas.openxmlformats.org/drawingml/2006/main">
            <a:pPr>
              <a:defRPr sz="3375" b="1">
                <a:solidFill>
                  <a:srgbClr val="007D87"/>
                </a:solidFill>
                <a:latin typeface="DejaVu Sans"/>
                <a:ea typeface="DejaVu Sans"/>
                <a:cs typeface="DejaVu Sans"/>
              </a:defRPr>
            </a:pPr>
            <a:r>
              <a:rPr sz="3375" b="1">
                <a:solidFill>
                  <a:srgbClr val="007D87"/>
                </a:solidFill>
                <a:latin typeface="DejaVu Sans"/>
                <a:ea typeface="DejaVu Sans"/>
                <a:cs typeface="DejaVu Sans"/>
              </a:rPr>
              <a:t>02</a:t>
            </a:r>
          </a:p>
        </p:txBody>
      </p:sp>
      <p:sp>
        <p:nvSpPr>
          <p:cNvPr id="11" name="prompt-head-02">
            <a:extLst xmlns:a="http://schemas.openxmlformats.org/drawingml/2006/main">
              <a:ext uri="{FF2B5EF4-FFF2-40B4-BE49-F238E27FC236}">
                <a16:creationId xmlns:a16="http://schemas.microsoft.com/office/drawing/2014/main" id="{20D64723-FD20-43A0-BB7B-EBEB9745B3A4}"/>
              </a:ext>
            </a:extLst>
          </p:cNvPr>
          <p:cNvSpPr>
            <a:spLocks xmlns:a="http://schemas.openxmlformats.org/drawingml/2006/main" noGrp="1"/>
          </p:cNvSpPr>
          <p:nvPr/>
        </p:nvSpPr>
        <p:spPr>
          <a:xfrm xmlns:a="http://schemas.openxmlformats.org/drawingml/2006/main">
            <a:off x="1666875" y="3162300"/>
            <a:ext cx="4857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23E4F"/>
                </a:solidFill>
                <a:latin typeface="DejaVu Sans"/>
                <a:ea typeface="DejaVu Sans"/>
                <a:cs typeface="DejaVu Sans"/>
              </a:defRPr>
            </a:defPPr>
            <a:lvl1pPr>
              <a:defRPr sz="2100" b="1">
                <a:solidFill>
                  <a:srgbClr val="123E4F"/>
                </a:solidFill>
                <a:latin typeface="DejaVu Sans"/>
                <a:ea typeface="DejaVu Sans"/>
                <a:cs typeface="DejaVu Sans"/>
              </a:defRPr>
            </a:lvl1pPr>
            <a:lvl2pPr>
              <a:defRPr sz="2100" b="1">
                <a:solidFill>
                  <a:srgbClr val="123E4F"/>
                </a:solidFill>
                <a:latin typeface="DejaVu Sans"/>
                <a:ea typeface="DejaVu Sans"/>
                <a:cs typeface="DejaVu Sans"/>
              </a:defRPr>
            </a:lvl2pPr>
            <a:lvl3pPr>
              <a:defRPr sz="2100" b="1">
                <a:solidFill>
                  <a:srgbClr val="123E4F"/>
                </a:solidFill>
                <a:latin typeface="DejaVu Sans"/>
                <a:ea typeface="DejaVu Sans"/>
                <a:cs typeface="DejaVu Sans"/>
              </a:defRPr>
            </a:lvl3pPr>
            <a:lvl4pPr>
              <a:defRPr sz="2100" b="1">
                <a:solidFill>
                  <a:srgbClr val="123E4F"/>
                </a:solidFill>
                <a:latin typeface="DejaVu Sans"/>
                <a:ea typeface="DejaVu Sans"/>
                <a:cs typeface="DejaVu Sans"/>
              </a:defRPr>
            </a:lvl4pPr>
            <a:lvl5pPr>
              <a:defRPr sz="2100" b="1">
                <a:solidFill>
                  <a:srgbClr val="123E4F"/>
                </a:solidFill>
                <a:latin typeface="DejaVu Sans"/>
                <a:ea typeface="DejaVu Sans"/>
                <a:cs typeface="DejaVu Sans"/>
              </a:defRPr>
            </a:lvl5pPr>
            <a:lvl6pPr>
              <a:defRPr sz="2100" b="1">
                <a:solidFill>
                  <a:srgbClr val="123E4F"/>
                </a:solidFill>
                <a:latin typeface="DejaVu Sans"/>
                <a:ea typeface="DejaVu Sans"/>
                <a:cs typeface="DejaVu Sans"/>
              </a:defRPr>
            </a:lvl6pPr>
            <a:lvl7pPr>
              <a:defRPr sz="2100" b="1">
                <a:solidFill>
                  <a:srgbClr val="123E4F"/>
                </a:solidFill>
                <a:latin typeface="DejaVu Sans"/>
                <a:ea typeface="DejaVu Sans"/>
                <a:cs typeface="DejaVu Sans"/>
              </a:defRPr>
            </a:lvl7pPr>
            <a:lvl8pPr>
              <a:defRPr sz="2100" b="1">
                <a:solidFill>
                  <a:srgbClr val="123E4F"/>
                </a:solidFill>
                <a:latin typeface="DejaVu Sans"/>
                <a:ea typeface="DejaVu Sans"/>
                <a:cs typeface="DejaVu Sans"/>
              </a:defRPr>
            </a:lvl8pPr>
            <a:lvl9pPr>
              <a:defRPr sz="2100" b="1">
                <a:solidFill>
                  <a:srgbClr val="123E4F"/>
                </a:solidFill>
                <a:latin typeface="DejaVu Sans"/>
                <a:ea typeface="DejaVu Sans"/>
                <a:cs typeface="DejaVu Sans"/>
              </a:defRPr>
            </a:lvl9pPr>
          </a:lstStyle>
          <a:p xmlns:a="http://schemas.openxmlformats.org/drawingml/2006/main">
            <a:pPr>
              <a:defRPr sz="2100" b="1">
                <a:solidFill>
                  <a:srgbClr val="123E4F"/>
                </a:solidFill>
                <a:latin typeface="DejaVu Sans"/>
                <a:ea typeface="DejaVu Sans"/>
                <a:cs typeface="DejaVu Sans"/>
              </a:defRPr>
            </a:pPr>
            <a:r>
              <a:rPr sz="2100" b="1">
                <a:solidFill>
                  <a:srgbClr val="123E4F"/>
                </a:solidFill>
                <a:latin typeface="DejaVu Sans"/>
                <a:ea typeface="DejaVu Sans"/>
                <a:cs typeface="DejaVu Sans"/>
              </a:rPr>
              <a:t>SOURCE</a:t>
            </a:r>
          </a:p>
        </p:txBody>
      </p:sp>
      <p:sp>
        <p:nvSpPr>
          <p:cNvPr id="12" name="prompt-body-02">
            <a:extLst xmlns:a="http://schemas.openxmlformats.org/drawingml/2006/main">
              <a:ext uri="{FF2B5EF4-FFF2-40B4-BE49-F238E27FC236}">
                <a16:creationId xmlns:a16="http://schemas.microsoft.com/office/drawing/2014/main" id="{9FCC27AE-E316-45FD-B760-E4240F34B180}"/>
              </a:ext>
            </a:extLst>
          </p:cNvPr>
          <p:cNvSpPr>
            <a:spLocks xmlns:a="http://schemas.openxmlformats.org/drawingml/2006/main" noGrp="1"/>
          </p:cNvSpPr>
          <p:nvPr/>
        </p:nvSpPr>
        <p:spPr>
          <a:xfrm xmlns:a="http://schemas.openxmlformats.org/drawingml/2006/main">
            <a:off x="1666875" y="3590925"/>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Only the supplied text and rubric.</a:t>
            </a:r>
          </a:p>
        </p:txBody>
      </p:sp>
      <p:sp>
        <p:nvSpPr>
          <p:cNvPr id="13" name="prompt-num-03">
            <a:extLst xmlns:a="http://schemas.openxmlformats.org/drawingml/2006/main">
              <a:ext uri="{FF2B5EF4-FFF2-40B4-BE49-F238E27FC236}">
                <a16:creationId xmlns:a16="http://schemas.microsoft.com/office/drawing/2014/main" id="{1785CC01-77A5-416E-B47C-B3ED80F4A30D}"/>
              </a:ext>
            </a:extLst>
          </p:cNvPr>
          <p:cNvSpPr>
            <a:spLocks xmlns:a="http://schemas.openxmlformats.org/drawingml/2006/main" noGrp="1"/>
          </p:cNvSpPr>
          <p:nvPr/>
        </p:nvSpPr>
        <p:spPr>
          <a:xfrm xmlns:a="http://schemas.openxmlformats.org/drawingml/2006/main">
            <a:off x="609600" y="4114800"/>
            <a:ext cx="857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75" b="1">
                <a:solidFill>
                  <a:srgbClr val="007D87"/>
                </a:solidFill>
                <a:latin typeface="DejaVu Sans"/>
                <a:ea typeface="DejaVu Sans"/>
                <a:cs typeface="DejaVu Sans"/>
              </a:defRPr>
            </a:defPPr>
            <a:lvl1pPr>
              <a:defRPr sz="3375" b="1">
                <a:solidFill>
                  <a:srgbClr val="007D87"/>
                </a:solidFill>
                <a:latin typeface="DejaVu Sans"/>
                <a:ea typeface="DejaVu Sans"/>
                <a:cs typeface="DejaVu Sans"/>
              </a:defRPr>
            </a:lvl1pPr>
            <a:lvl2pPr>
              <a:defRPr sz="3375" b="1">
                <a:solidFill>
                  <a:srgbClr val="007D87"/>
                </a:solidFill>
                <a:latin typeface="DejaVu Sans"/>
                <a:ea typeface="DejaVu Sans"/>
                <a:cs typeface="DejaVu Sans"/>
              </a:defRPr>
            </a:lvl2pPr>
            <a:lvl3pPr>
              <a:defRPr sz="3375" b="1">
                <a:solidFill>
                  <a:srgbClr val="007D87"/>
                </a:solidFill>
                <a:latin typeface="DejaVu Sans"/>
                <a:ea typeface="DejaVu Sans"/>
                <a:cs typeface="DejaVu Sans"/>
              </a:defRPr>
            </a:lvl3pPr>
            <a:lvl4pPr>
              <a:defRPr sz="3375" b="1">
                <a:solidFill>
                  <a:srgbClr val="007D87"/>
                </a:solidFill>
                <a:latin typeface="DejaVu Sans"/>
                <a:ea typeface="DejaVu Sans"/>
                <a:cs typeface="DejaVu Sans"/>
              </a:defRPr>
            </a:lvl4pPr>
            <a:lvl5pPr>
              <a:defRPr sz="3375" b="1">
                <a:solidFill>
                  <a:srgbClr val="007D87"/>
                </a:solidFill>
                <a:latin typeface="DejaVu Sans"/>
                <a:ea typeface="DejaVu Sans"/>
                <a:cs typeface="DejaVu Sans"/>
              </a:defRPr>
            </a:lvl5pPr>
            <a:lvl6pPr>
              <a:defRPr sz="3375" b="1">
                <a:solidFill>
                  <a:srgbClr val="007D87"/>
                </a:solidFill>
                <a:latin typeface="DejaVu Sans"/>
                <a:ea typeface="DejaVu Sans"/>
                <a:cs typeface="DejaVu Sans"/>
              </a:defRPr>
            </a:lvl6pPr>
            <a:lvl7pPr>
              <a:defRPr sz="3375" b="1">
                <a:solidFill>
                  <a:srgbClr val="007D87"/>
                </a:solidFill>
                <a:latin typeface="DejaVu Sans"/>
                <a:ea typeface="DejaVu Sans"/>
                <a:cs typeface="DejaVu Sans"/>
              </a:defRPr>
            </a:lvl7pPr>
            <a:lvl8pPr>
              <a:defRPr sz="3375" b="1">
                <a:solidFill>
                  <a:srgbClr val="007D87"/>
                </a:solidFill>
                <a:latin typeface="DejaVu Sans"/>
                <a:ea typeface="DejaVu Sans"/>
                <a:cs typeface="DejaVu Sans"/>
              </a:defRPr>
            </a:lvl8pPr>
            <a:lvl9pPr>
              <a:defRPr sz="3375" b="1">
                <a:solidFill>
                  <a:srgbClr val="007D87"/>
                </a:solidFill>
                <a:latin typeface="DejaVu Sans"/>
                <a:ea typeface="DejaVu Sans"/>
                <a:cs typeface="DejaVu Sans"/>
              </a:defRPr>
            </a:lvl9pPr>
          </a:lstStyle>
          <a:p xmlns:a="http://schemas.openxmlformats.org/drawingml/2006/main">
            <a:pPr>
              <a:defRPr sz="3375" b="1">
                <a:solidFill>
                  <a:srgbClr val="007D87"/>
                </a:solidFill>
                <a:latin typeface="DejaVu Sans"/>
                <a:ea typeface="DejaVu Sans"/>
                <a:cs typeface="DejaVu Sans"/>
              </a:defRPr>
            </a:pPr>
            <a:r>
              <a:rPr sz="3375" b="1">
                <a:solidFill>
                  <a:srgbClr val="007D87"/>
                </a:solidFill>
                <a:latin typeface="DejaVu Sans"/>
                <a:ea typeface="DejaVu Sans"/>
                <a:cs typeface="DejaVu Sans"/>
              </a:rPr>
              <a:t>03</a:t>
            </a:r>
          </a:p>
        </p:txBody>
      </p:sp>
      <p:sp>
        <p:nvSpPr>
          <p:cNvPr id="14" name="prompt-head-03">
            <a:extLst xmlns:a="http://schemas.openxmlformats.org/drawingml/2006/main">
              <a:ext uri="{FF2B5EF4-FFF2-40B4-BE49-F238E27FC236}">
                <a16:creationId xmlns:a16="http://schemas.microsoft.com/office/drawing/2014/main" id="{5B83B357-FD3A-449D-AE77-F71A627FC5A4}"/>
              </a:ext>
            </a:extLst>
          </p:cNvPr>
          <p:cNvSpPr>
            <a:spLocks xmlns:a="http://schemas.openxmlformats.org/drawingml/2006/main" noGrp="1"/>
          </p:cNvSpPr>
          <p:nvPr/>
        </p:nvSpPr>
        <p:spPr>
          <a:xfrm xmlns:a="http://schemas.openxmlformats.org/drawingml/2006/main">
            <a:off x="1666875" y="4124325"/>
            <a:ext cx="4857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23E4F"/>
                </a:solidFill>
                <a:latin typeface="DejaVu Sans"/>
                <a:ea typeface="DejaVu Sans"/>
                <a:cs typeface="DejaVu Sans"/>
              </a:defRPr>
            </a:defPPr>
            <a:lvl1pPr>
              <a:defRPr sz="2100" b="1">
                <a:solidFill>
                  <a:srgbClr val="123E4F"/>
                </a:solidFill>
                <a:latin typeface="DejaVu Sans"/>
                <a:ea typeface="DejaVu Sans"/>
                <a:cs typeface="DejaVu Sans"/>
              </a:defRPr>
            </a:lvl1pPr>
            <a:lvl2pPr>
              <a:defRPr sz="2100" b="1">
                <a:solidFill>
                  <a:srgbClr val="123E4F"/>
                </a:solidFill>
                <a:latin typeface="DejaVu Sans"/>
                <a:ea typeface="DejaVu Sans"/>
                <a:cs typeface="DejaVu Sans"/>
              </a:defRPr>
            </a:lvl2pPr>
            <a:lvl3pPr>
              <a:defRPr sz="2100" b="1">
                <a:solidFill>
                  <a:srgbClr val="123E4F"/>
                </a:solidFill>
                <a:latin typeface="DejaVu Sans"/>
                <a:ea typeface="DejaVu Sans"/>
                <a:cs typeface="DejaVu Sans"/>
              </a:defRPr>
            </a:lvl3pPr>
            <a:lvl4pPr>
              <a:defRPr sz="2100" b="1">
                <a:solidFill>
                  <a:srgbClr val="123E4F"/>
                </a:solidFill>
                <a:latin typeface="DejaVu Sans"/>
                <a:ea typeface="DejaVu Sans"/>
                <a:cs typeface="DejaVu Sans"/>
              </a:defRPr>
            </a:lvl4pPr>
            <a:lvl5pPr>
              <a:defRPr sz="2100" b="1">
                <a:solidFill>
                  <a:srgbClr val="123E4F"/>
                </a:solidFill>
                <a:latin typeface="DejaVu Sans"/>
                <a:ea typeface="DejaVu Sans"/>
                <a:cs typeface="DejaVu Sans"/>
              </a:defRPr>
            </a:lvl5pPr>
            <a:lvl6pPr>
              <a:defRPr sz="2100" b="1">
                <a:solidFill>
                  <a:srgbClr val="123E4F"/>
                </a:solidFill>
                <a:latin typeface="DejaVu Sans"/>
                <a:ea typeface="DejaVu Sans"/>
                <a:cs typeface="DejaVu Sans"/>
              </a:defRPr>
            </a:lvl6pPr>
            <a:lvl7pPr>
              <a:defRPr sz="2100" b="1">
                <a:solidFill>
                  <a:srgbClr val="123E4F"/>
                </a:solidFill>
                <a:latin typeface="DejaVu Sans"/>
                <a:ea typeface="DejaVu Sans"/>
                <a:cs typeface="DejaVu Sans"/>
              </a:defRPr>
            </a:lvl7pPr>
            <a:lvl8pPr>
              <a:defRPr sz="2100" b="1">
                <a:solidFill>
                  <a:srgbClr val="123E4F"/>
                </a:solidFill>
                <a:latin typeface="DejaVu Sans"/>
                <a:ea typeface="DejaVu Sans"/>
                <a:cs typeface="DejaVu Sans"/>
              </a:defRPr>
            </a:lvl8pPr>
            <a:lvl9pPr>
              <a:defRPr sz="2100" b="1">
                <a:solidFill>
                  <a:srgbClr val="123E4F"/>
                </a:solidFill>
                <a:latin typeface="DejaVu Sans"/>
                <a:ea typeface="DejaVu Sans"/>
                <a:cs typeface="DejaVu Sans"/>
              </a:defRPr>
            </a:lvl9pPr>
          </a:lstStyle>
          <a:p xmlns:a="http://schemas.openxmlformats.org/drawingml/2006/main">
            <a:pPr>
              <a:defRPr sz="2100" b="1">
                <a:solidFill>
                  <a:srgbClr val="123E4F"/>
                </a:solidFill>
                <a:latin typeface="DejaVu Sans"/>
                <a:ea typeface="DejaVu Sans"/>
                <a:cs typeface="DejaVu Sans"/>
              </a:defRPr>
            </a:pPr>
            <a:r>
              <a:rPr sz="2100" b="1">
                <a:solidFill>
                  <a:srgbClr val="123E4F"/>
                </a:solidFill>
                <a:latin typeface="DejaVu Sans"/>
                <a:ea typeface="DejaVu Sans"/>
                <a:cs typeface="DejaVu Sans"/>
              </a:rPr>
              <a:t>EVIDENCE</a:t>
            </a:r>
          </a:p>
        </p:txBody>
      </p:sp>
      <p:sp>
        <p:nvSpPr>
          <p:cNvPr id="15" name="prompt-body-03">
            <a:extLst xmlns:a="http://schemas.openxmlformats.org/drawingml/2006/main">
              <a:ext uri="{FF2B5EF4-FFF2-40B4-BE49-F238E27FC236}">
                <a16:creationId xmlns:a16="http://schemas.microsoft.com/office/drawing/2014/main" id="{390A8030-F844-4D4A-AEAD-1204245B02D4}"/>
              </a:ext>
            </a:extLst>
          </p:cNvPr>
          <p:cNvSpPr>
            <a:spLocks xmlns:a="http://schemas.openxmlformats.org/drawingml/2006/main" noGrp="1"/>
          </p:cNvSpPr>
          <p:nvPr/>
        </p:nvSpPr>
        <p:spPr>
          <a:xfrm xmlns:a="http://schemas.openxmlformats.org/drawingml/2006/main">
            <a:off x="1666875" y="4552950"/>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Quote, locate, and identify gaps.</a:t>
            </a:r>
          </a:p>
        </p:txBody>
      </p:sp>
      <p:sp>
        <p:nvSpPr>
          <p:cNvPr id="16" name="prompt-num-04">
            <a:extLst xmlns:a="http://schemas.openxmlformats.org/drawingml/2006/main">
              <a:ext uri="{FF2B5EF4-FFF2-40B4-BE49-F238E27FC236}">
                <a16:creationId xmlns:a16="http://schemas.microsoft.com/office/drawing/2014/main" id="{1B0C287E-DD67-48BA-B0FC-C9E59514E9FE}"/>
              </a:ext>
            </a:extLst>
          </p:cNvPr>
          <p:cNvSpPr>
            <a:spLocks xmlns:a="http://schemas.openxmlformats.org/drawingml/2006/main" noGrp="1"/>
          </p:cNvSpPr>
          <p:nvPr/>
        </p:nvSpPr>
        <p:spPr>
          <a:xfrm xmlns:a="http://schemas.openxmlformats.org/drawingml/2006/main">
            <a:off x="609600" y="5076825"/>
            <a:ext cx="857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75" b="1">
                <a:solidFill>
                  <a:srgbClr val="D84D20"/>
                </a:solidFill>
                <a:latin typeface="DejaVu Sans"/>
                <a:ea typeface="DejaVu Sans"/>
                <a:cs typeface="DejaVu Sans"/>
              </a:defRPr>
            </a:defPPr>
            <a:lvl1pPr>
              <a:defRPr sz="3375" b="1">
                <a:solidFill>
                  <a:srgbClr val="D84D20"/>
                </a:solidFill>
                <a:latin typeface="DejaVu Sans"/>
                <a:ea typeface="DejaVu Sans"/>
                <a:cs typeface="DejaVu Sans"/>
              </a:defRPr>
            </a:lvl1pPr>
            <a:lvl2pPr>
              <a:defRPr sz="3375" b="1">
                <a:solidFill>
                  <a:srgbClr val="D84D20"/>
                </a:solidFill>
                <a:latin typeface="DejaVu Sans"/>
                <a:ea typeface="DejaVu Sans"/>
                <a:cs typeface="DejaVu Sans"/>
              </a:defRPr>
            </a:lvl2pPr>
            <a:lvl3pPr>
              <a:defRPr sz="3375" b="1">
                <a:solidFill>
                  <a:srgbClr val="D84D20"/>
                </a:solidFill>
                <a:latin typeface="DejaVu Sans"/>
                <a:ea typeface="DejaVu Sans"/>
                <a:cs typeface="DejaVu Sans"/>
              </a:defRPr>
            </a:lvl3pPr>
            <a:lvl4pPr>
              <a:defRPr sz="3375" b="1">
                <a:solidFill>
                  <a:srgbClr val="D84D20"/>
                </a:solidFill>
                <a:latin typeface="DejaVu Sans"/>
                <a:ea typeface="DejaVu Sans"/>
                <a:cs typeface="DejaVu Sans"/>
              </a:defRPr>
            </a:lvl4pPr>
            <a:lvl5pPr>
              <a:defRPr sz="3375" b="1">
                <a:solidFill>
                  <a:srgbClr val="D84D20"/>
                </a:solidFill>
                <a:latin typeface="DejaVu Sans"/>
                <a:ea typeface="DejaVu Sans"/>
                <a:cs typeface="DejaVu Sans"/>
              </a:defRPr>
            </a:lvl5pPr>
            <a:lvl6pPr>
              <a:defRPr sz="3375" b="1">
                <a:solidFill>
                  <a:srgbClr val="D84D20"/>
                </a:solidFill>
                <a:latin typeface="DejaVu Sans"/>
                <a:ea typeface="DejaVu Sans"/>
                <a:cs typeface="DejaVu Sans"/>
              </a:defRPr>
            </a:lvl6pPr>
            <a:lvl7pPr>
              <a:defRPr sz="3375" b="1">
                <a:solidFill>
                  <a:srgbClr val="D84D20"/>
                </a:solidFill>
                <a:latin typeface="DejaVu Sans"/>
                <a:ea typeface="DejaVu Sans"/>
                <a:cs typeface="DejaVu Sans"/>
              </a:defRPr>
            </a:lvl7pPr>
            <a:lvl8pPr>
              <a:defRPr sz="3375" b="1">
                <a:solidFill>
                  <a:srgbClr val="D84D20"/>
                </a:solidFill>
                <a:latin typeface="DejaVu Sans"/>
                <a:ea typeface="DejaVu Sans"/>
                <a:cs typeface="DejaVu Sans"/>
              </a:defRPr>
            </a:lvl8pPr>
            <a:lvl9pPr>
              <a:defRPr sz="3375" b="1">
                <a:solidFill>
                  <a:srgbClr val="D84D20"/>
                </a:solidFill>
                <a:latin typeface="DejaVu Sans"/>
                <a:ea typeface="DejaVu Sans"/>
                <a:cs typeface="DejaVu Sans"/>
              </a:defRPr>
            </a:lvl9pPr>
          </a:lstStyle>
          <a:p xmlns:a="http://schemas.openxmlformats.org/drawingml/2006/main">
            <a:pPr>
              <a:defRPr sz="3375" b="1">
                <a:solidFill>
                  <a:srgbClr val="D84D20"/>
                </a:solidFill>
                <a:latin typeface="DejaVu Sans"/>
                <a:ea typeface="DejaVu Sans"/>
                <a:cs typeface="DejaVu Sans"/>
              </a:defRPr>
            </a:pPr>
            <a:r>
              <a:rPr sz="3375" b="1">
                <a:solidFill>
                  <a:srgbClr val="D84D20"/>
                </a:solidFill>
                <a:latin typeface="DejaVu Sans"/>
                <a:ea typeface="DejaVu Sans"/>
                <a:cs typeface="DejaVu Sans"/>
              </a:rPr>
              <a:t>04</a:t>
            </a:r>
          </a:p>
        </p:txBody>
      </p:sp>
      <p:sp>
        <p:nvSpPr>
          <p:cNvPr id="17" name="prompt-head-04">
            <a:extLst xmlns:a="http://schemas.openxmlformats.org/drawingml/2006/main">
              <a:ext uri="{FF2B5EF4-FFF2-40B4-BE49-F238E27FC236}">
                <a16:creationId xmlns:a16="http://schemas.microsoft.com/office/drawing/2014/main" id="{535C5C3E-62D0-4DB3-920E-C58B5179A8E9}"/>
              </a:ext>
            </a:extLst>
          </p:cNvPr>
          <p:cNvSpPr>
            <a:spLocks xmlns:a="http://schemas.openxmlformats.org/drawingml/2006/main" noGrp="1"/>
          </p:cNvSpPr>
          <p:nvPr/>
        </p:nvSpPr>
        <p:spPr>
          <a:xfrm xmlns:a="http://schemas.openxmlformats.org/drawingml/2006/main">
            <a:off x="1666875" y="5086350"/>
            <a:ext cx="4857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23E4F"/>
                </a:solidFill>
                <a:latin typeface="DejaVu Sans"/>
                <a:ea typeface="DejaVu Sans"/>
                <a:cs typeface="DejaVu Sans"/>
              </a:defRPr>
            </a:defPPr>
            <a:lvl1pPr>
              <a:defRPr sz="2100" b="1">
                <a:solidFill>
                  <a:srgbClr val="123E4F"/>
                </a:solidFill>
                <a:latin typeface="DejaVu Sans"/>
                <a:ea typeface="DejaVu Sans"/>
                <a:cs typeface="DejaVu Sans"/>
              </a:defRPr>
            </a:lvl1pPr>
            <a:lvl2pPr>
              <a:defRPr sz="2100" b="1">
                <a:solidFill>
                  <a:srgbClr val="123E4F"/>
                </a:solidFill>
                <a:latin typeface="DejaVu Sans"/>
                <a:ea typeface="DejaVu Sans"/>
                <a:cs typeface="DejaVu Sans"/>
              </a:defRPr>
            </a:lvl2pPr>
            <a:lvl3pPr>
              <a:defRPr sz="2100" b="1">
                <a:solidFill>
                  <a:srgbClr val="123E4F"/>
                </a:solidFill>
                <a:latin typeface="DejaVu Sans"/>
                <a:ea typeface="DejaVu Sans"/>
                <a:cs typeface="DejaVu Sans"/>
              </a:defRPr>
            </a:lvl3pPr>
            <a:lvl4pPr>
              <a:defRPr sz="2100" b="1">
                <a:solidFill>
                  <a:srgbClr val="123E4F"/>
                </a:solidFill>
                <a:latin typeface="DejaVu Sans"/>
                <a:ea typeface="DejaVu Sans"/>
                <a:cs typeface="DejaVu Sans"/>
              </a:defRPr>
            </a:lvl4pPr>
            <a:lvl5pPr>
              <a:defRPr sz="2100" b="1">
                <a:solidFill>
                  <a:srgbClr val="123E4F"/>
                </a:solidFill>
                <a:latin typeface="DejaVu Sans"/>
                <a:ea typeface="DejaVu Sans"/>
                <a:cs typeface="DejaVu Sans"/>
              </a:defRPr>
            </a:lvl5pPr>
            <a:lvl6pPr>
              <a:defRPr sz="2100" b="1">
                <a:solidFill>
                  <a:srgbClr val="123E4F"/>
                </a:solidFill>
                <a:latin typeface="DejaVu Sans"/>
                <a:ea typeface="DejaVu Sans"/>
                <a:cs typeface="DejaVu Sans"/>
              </a:defRPr>
            </a:lvl6pPr>
            <a:lvl7pPr>
              <a:defRPr sz="2100" b="1">
                <a:solidFill>
                  <a:srgbClr val="123E4F"/>
                </a:solidFill>
                <a:latin typeface="DejaVu Sans"/>
                <a:ea typeface="DejaVu Sans"/>
                <a:cs typeface="DejaVu Sans"/>
              </a:defRPr>
            </a:lvl7pPr>
            <a:lvl8pPr>
              <a:defRPr sz="2100" b="1">
                <a:solidFill>
                  <a:srgbClr val="123E4F"/>
                </a:solidFill>
                <a:latin typeface="DejaVu Sans"/>
                <a:ea typeface="DejaVu Sans"/>
                <a:cs typeface="DejaVu Sans"/>
              </a:defRPr>
            </a:lvl8pPr>
            <a:lvl9pPr>
              <a:defRPr sz="2100" b="1">
                <a:solidFill>
                  <a:srgbClr val="123E4F"/>
                </a:solidFill>
                <a:latin typeface="DejaVu Sans"/>
                <a:ea typeface="DejaVu Sans"/>
                <a:cs typeface="DejaVu Sans"/>
              </a:defRPr>
            </a:lvl9pPr>
          </a:lstStyle>
          <a:p xmlns:a="http://schemas.openxmlformats.org/drawingml/2006/main">
            <a:pPr>
              <a:defRPr sz="2100" b="1">
                <a:solidFill>
                  <a:srgbClr val="123E4F"/>
                </a:solidFill>
                <a:latin typeface="DejaVu Sans"/>
                <a:ea typeface="DejaVu Sans"/>
                <a:cs typeface="DejaVu Sans"/>
              </a:defRPr>
            </a:pPr>
            <a:r>
              <a:rPr sz="2100" b="1">
                <a:solidFill>
                  <a:srgbClr val="123E4F"/>
                </a:solidFill>
                <a:latin typeface="DejaVu Sans"/>
                <a:ea typeface="DejaVu Sans"/>
                <a:cs typeface="DejaVu Sans"/>
              </a:rPr>
              <a:t>LIMIT</a:t>
            </a:r>
          </a:p>
        </p:txBody>
      </p:sp>
      <p:sp>
        <p:nvSpPr>
          <p:cNvPr id="18" name="prompt-body-04">
            <a:extLst xmlns:a="http://schemas.openxmlformats.org/drawingml/2006/main">
              <a:ext uri="{FF2B5EF4-FFF2-40B4-BE49-F238E27FC236}">
                <a16:creationId xmlns:a16="http://schemas.microsoft.com/office/drawing/2014/main" id="{63F8993C-F095-46C6-BE6C-96189E9648DF}"/>
              </a:ext>
            </a:extLst>
          </p:cNvPr>
          <p:cNvSpPr>
            <a:spLocks xmlns:a="http://schemas.openxmlformats.org/drawingml/2006/main" noGrp="1"/>
          </p:cNvSpPr>
          <p:nvPr/>
        </p:nvSpPr>
        <p:spPr>
          <a:xfrm xmlns:a="http://schemas.openxmlformats.org/drawingml/2006/main">
            <a:off x="1666875" y="5514975"/>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No trait inferences, rankings, or awards.</a:t>
            </a:r>
          </a:p>
        </p:txBody>
      </p:sp>
    </p:spTree>
    <p:extLst>
      <p:ext uri="{BB962C8B-B14F-4D97-AF65-F5344CB8AC3E}">
        <p14:creationId xmlns:p14="http://schemas.microsoft.com/office/powerpoint/2010/main" val="182587346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12B9C5D-C581-49E6-8329-FA8F287E3C99}"/>
              </a:ext>
            </a:extLst>
          </p:cNvPr>
          <p:cNvPicPr>
            <a:picLocks xmlns:a="http://schemas.openxmlformats.org/drawingml/2006/main" noChangeAspect="1"/>
          </p:cNvPicPr>
          <p:nvPr/>
        </p:nvPicPr>
        <p:blipFill>
          <a:blip xmlns:r="http://schemas.openxmlformats.org/officeDocument/2006/relationships" xmlns:a="http://schemas.openxmlformats.org/drawingml/2006/main" r:embed="Rebc01d3258274926"/>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C50E87CB-433C-46AE-B5E1-ECAAD3A06A8A}"/>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prompt repair lab</a:t>
            </a:r>
          </a:p>
        </p:txBody>
      </p:sp>
      <p:sp>
        <p:nvSpPr>
          <p:cNvPr id="4" name="subtitle">
            <a:extLst xmlns:a="http://schemas.openxmlformats.org/drawingml/2006/main">
              <a:ext uri="{FF2B5EF4-FFF2-40B4-BE49-F238E27FC236}">
                <a16:creationId xmlns:a16="http://schemas.microsoft.com/office/drawing/2014/main" id="{30E75952-C9A2-418C-91B8-8F5F56DB3D61}"/>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Rewrite this request so a reviewer can inspect the result.</a:t>
            </a:r>
          </a:p>
        </p:txBody>
      </p:sp>
      <p:sp>
        <p:nvSpPr>
          <p:cNvPr id="5" name="slide-number">
            <a:extLst xmlns:a="http://schemas.openxmlformats.org/drawingml/2006/main">
              <a:ext uri="{FF2B5EF4-FFF2-40B4-BE49-F238E27FC236}">
                <a16:creationId xmlns:a16="http://schemas.microsoft.com/office/drawing/2014/main" id="{54507A69-047D-46A8-B2F8-3F862FCC46D7}"/>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07</a:t>
            </a:r>
          </a:p>
        </p:txBody>
      </p:sp>
      <p:sp>
        <p:nvSpPr>
          <p:cNvPr id="6" name="activity-timing">
            <a:extLst xmlns:a="http://schemas.openxmlformats.org/drawingml/2006/main">
              <a:ext uri="{FF2B5EF4-FFF2-40B4-BE49-F238E27FC236}">
                <a16:creationId xmlns:a16="http://schemas.microsoft.com/office/drawing/2014/main" id="{74902D46-AEFA-4225-BF18-0E5CBCB84B1D}"/>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3     4 MINUTES     PAIRS</a:t>
            </a:r>
          </a:p>
        </p:txBody>
      </p:sp>
      <p:sp>
        <p:nvSpPr>
          <p:cNvPr id="7" name="weaklabel">
            <a:extLst xmlns:a="http://schemas.openxmlformats.org/drawingml/2006/main">
              <a:ext uri="{FF2B5EF4-FFF2-40B4-BE49-F238E27FC236}">
                <a16:creationId xmlns:a16="http://schemas.microsoft.com/office/drawing/2014/main" id="{E5AE7D81-E145-43B9-A4B4-FA6CB8EC7B08}"/>
              </a:ext>
            </a:extLst>
          </p:cNvPr>
          <p:cNvSpPr>
            <a:spLocks xmlns:a="http://schemas.openxmlformats.org/drawingml/2006/main" noGrp="1"/>
          </p:cNvSpPr>
          <p:nvPr/>
        </p:nvSpPr>
        <p:spPr>
          <a:xfrm xmlns:a="http://schemas.openxmlformats.org/drawingml/2006/main">
            <a:off x="609600" y="21526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425" b="1">
                <a:solidFill>
                  <a:srgbClr val="D84D20"/>
                </a:solidFill>
                <a:latin typeface="DejaVu Sans"/>
                <a:ea typeface="DejaVu Sans"/>
                <a:cs typeface="DejaVu Sans"/>
              </a:defRPr>
            </a:defPPr>
            <a:lvl1pPr>
              <a:defRPr sz="1425" b="1">
                <a:solidFill>
                  <a:srgbClr val="D84D20"/>
                </a:solidFill>
                <a:latin typeface="DejaVu Sans"/>
                <a:ea typeface="DejaVu Sans"/>
                <a:cs typeface="DejaVu Sans"/>
              </a:defRPr>
            </a:lvl1pPr>
            <a:lvl2pPr>
              <a:defRPr sz="1425" b="1">
                <a:solidFill>
                  <a:srgbClr val="D84D20"/>
                </a:solidFill>
                <a:latin typeface="DejaVu Sans"/>
                <a:ea typeface="DejaVu Sans"/>
                <a:cs typeface="DejaVu Sans"/>
              </a:defRPr>
            </a:lvl2pPr>
            <a:lvl3pPr>
              <a:defRPr sz="1425" b="1">
                <a:solidFill>
                  <a:srgbClr val="D84D20"/>
                </a:solidFill>
                <a:latin typeface="DejaVu Sans"/>
                <a:ea typeface="DejaVu Sans"/>
                <a:cs typeface="DejaVu Sans"/>
              </a:defRPr>
            </a:lvl3pPr>
            <a:lvl4pPr>
              <a:defRPr sz="1425" b="1">
                <a:solidFill>
                  <a:srgbClr val="D84D20"/>
                </a:solidFill>
                <a:latin typeface="DejaVu Sans"/>
                <a:ea typeface="DejaVu Sans"/>
                <a:cs typeface="DejaVu Sans"/>
              </a:defRPr>
            </a:lvl4pPr>
            <a:lvl5pPr>
              <a:defRPr sz="1425" b="1">
                <a:solidFill>
                  <a:srgbClr val="D84D20"/>
                </a:solidFill>
                <a:latin typeface="DejaVu Sans"/>
                <a:ea typeface="DejaVu Sans"/>
                <a:cs typeface="DejaVu Sans"/>
              </a:defRPr>
            </a:lvl5pPr>
            <a:lvl6pPr>
              <a:defRPr sz="1425" b="1">
                <a:solidFill>
                  <a:srgbClr val="D84D20"/>
                </a:solidFill>
                <a:latin typeface="DejaVu Sans"/>
                <a:ea typeface="DejaVu Sans"/>
                <a:cs typeface="DejaVu Sans"/>
              </a:defRPr>
            </a:lvl6pPr>
            <a:lvl7pPr>
              <a:defRPr sz="1425" b="1">
                <a:solidFill>
                  <a:srgbClr val="D84D20"/>
                </a:solidFill>
                <a:latin typeface="DejaVu Sans"/>
                <a:ea typeface="DejaVu Sans"/>
                <a:cs typeface="DejaVu Sans"/>
              </a:defRPr>
            </a:lvl7pPr>
            <a:lvl8pPr>
              <a:defRPr sz="1425" b="1">
                <a:solidFill>
                  <a:srgbClr val="D84D20"/>
                </a:solidFill>
                <a:latin typeface="DejaVu Sans"/>
                <a:ea typeface="DejaVu Sans"/>
                <a:cs typeface="DejaVu Sans"/>
              </a:defRPr>
            </a:lvl8pPr>
            <a:lvl9pPr>
              <a:defRPr sz="1425" b="1">
                <a:solidFill>
                  <a:srgbClr val="D84D20"/>
                </a:solidFill>
                <a:latin typeface="DejaVu Sans"/>
                <a:ea typeface="DejaVu Sans"/>
                <a:cs typeface="DejaVu Sans"/>
              </a:defRPr>
            </a:lvl9pPr>
          </a:lstStyle>
          <a:p xmlns:a="http://schemas.openxmlformats.org/drawingml/2006/main">
            <a:pPr>
              <a:defRPr sz="1425" b="1">
                <a:solidFill>
                  <a:srgbClr val="D84D20"/>
                </a:solidFill>
                <a:latin typeface="DejaVu Sans"/>
                <a:ea typeface="DejaVu Sans"/>
                <a:cs typeface="DejaVu Sans"/>
              </a:defRPr>
            </a:pPr>
            <a:r>
              <a:rPr sz="1425" b="1">
                <a:solidFill>
                  <a:srgbClr val="D84D20"/>
                </a:solidFill>
                <a:latin typeface="DejaVu Sans"/>
                <a:ea typeface="DejaVu Sans"/>
                <a:cs typeface="DejaVu Sans"/>
              </a:rPr>
              <a:t>WEAK REQUEST</a:t>
            </a:r>
          </a:p>
        </p:txBody>
      </p:sp>
      <p:sp>
        <p:nvSpPr>
          <p:cNvPr id="8" name="weak">
            <a:extLst xmlns:a="http://schemas.openxmlformats.org/drawingml/2006/main">
              <a:ext uri="{FF2B5EF4-FFF2-40B4-BE49-F238E27FC236}">
                <a16:creationId xmlns:a16="http://schemas.microsoft.com/office/drawing/2014/main" id="{0BD32844-40B5-4466-9CF8-B3364FFA5190}"/>
              </a:ext>
            </a:extLst>
          </p:cNvPr>
          <p:cNvSpPr>
            <a:spLocks xmlns:a="http://schemas.openxmlformats.org/drawingml/2006/main" noGrp="1"/>
          </p:cNvSpPr>
          <p:nvPr/>
        </p:nvSpPr>
        <p:spPr>
          <a:xfrm xmlns:a="http://schemas.openxmlformats.org/drawingml/2006/main">
            <a:off x="609600" y="260985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850" b="1">
                <a:solidFill>
                  <a:srgbClr val="123E4F"/>
                </a:solidFill>
                <a:latin typeface="DejaVu Sans"/>
                <a:ea typeface="DejaVu Sans"/>
                <a:cs typeface="DejaVu Sans"/>
              </a:defRPr>
            </a:defPPr>
            <a:lvl1pPr>
              <a:defRPr sz="2850" b="1">
                <a:solidFill>
                  <a:srgbClr val="123E4F"/>
                </a:solidFill>
                <a:latin typeface="DejaVu Sans"/>
                <a:ea typeface="DejaVu Sans"/>
                <a:cs typeface="DejaVu Sans"/>
              </a:defRPr>
            </a:lvl1pPr>
            <a:lvl2pPr>
              <a:defRPr sz="2850" b="1">
                <a:solidFill>
                  <a:srgbClr val="123E4F"/>
                </a:solidFill>
                <a:latin typeface="DejaVu Sans"/>
                <a:ea typeface="DejaVu Sans"/>
                <a:cs typeface="DejaVu Sans"/>
              </a:defRPr>
            </a:lvl2pPr>
            <a:lvl3pPr>
              <a:defRPr sz="2850" b="1">
                <a:solidFill>
                  <a:srgbClr val="123E4F"/>
                </a:solidFill>
                <a:latin typeface="DejaVu Sans"/>
                <a:ea typeface="DejaVu Sans"/>
                <a:cs typeface="DejaVu Sans"/>
              </a:defRPr>
            </a:lvl3pPr>
            <a:lvl4pPr>
              <a:defRPr sz="2850" b="1">
                <a:solidFill>
                  <a:srgbClr val="123E4F"/>
                </a:solidFill>
                <a:latin typeface="DejaVu Sans"/>
                <a:ea typeface="DejaVu Sans"/>
                <a:cs typeface="DejaVu Sans"/>
              </a:defRPr>
            </a:lvl4pPr>
            <a:lvl5pPr>
              <a:defRPr sz="2850" b="1">
                <a:solidFill>
                  <a:srgbClr val="123E4F"/>
                </a:solidFill>
                <a:latin typeface="DejaVu Sans"/>
                <a:ea typeface="DejaVu Sans"/>
                <a:cs typeface="DejaVu Sans"/>
              </a:defRPr>
            </a:lvl5pPr>
            <a:lvl6pPr>
              <a:defRPr sz="2850" b="1">
                <a:solidFill>
                  <a:srgbClr val="123E4F"/>
                </a:solidFill>
                <a:latin typeface="DejaVu Sans"/>
                <a:ea typeface="DejaVu Sans"/>
                <a:cs typeface="DejaVu Sans"/>
              </a:defRPr>
            </a:lvl6pPr>
            <a:lvl7pPr>
              <a:defRPr sz="2850" b="1">
                <a:solidFill>
                  <a:srgbClr val="123E4F"/>
                </a:solidFill>
                <a:latin typeface="DejaVu Sans"/>
                <a:ea typeface="DejaVu Sans"/>
                <a:cs typeface="DejaVu Sans"/>
              </a:defRPr>
            </a:lvl7pPr>
            <a:lvl8pPr>
              <a:defRPr sz="2850" b="1">
                <a:solidFill>
                  <a:srgbClr val="123E4F"/>
                </a:solidFill>
                <a:latin typeface="DejaVu Sans"/>
                <a:ea typeface="DejaVu Sans"/>
                <a:cs typeface="DejaVu Sans"/>
              </a:defRPr>
            </a:lvl8pPr>
            <a:lvl9pPr>
              <a:defRPr sz="2850" b="1">
                <a:solidFill>
                  <a:srgbClr val="123E4F"/>
                </a:solidFill>
                <a:latin typeface="DejaVu Sans"/>
                <a:ea typeface="DejaVu Sans"/>
                <a:cs typeface="DejaVu Sans"/>
              </a:defRPr>
            </a:lvl9pPr>
          </a:lstStyle>
          <a:p xmlns:a="http://schemas.openxmlformats.org/drawingml/2006/main">
            <a:pPr>
              <a:defRPr sz="2850" b="1">
                <a:solidFill>
                  <a:srgbClr val="123E4F"/>
                </a:solidFill>
                <a:latin typeface="DejaVu Sans"/>
                <a:ea typeface="DejaVu Sans"/>
                <a:cs typeface="DejaVu Sans"/>
              </a:defRPr>
            </a:pPr>
            <a:r>
              <a:rPr sz="2850" b="1">
                <a:solidFill>
                  <a:srgbClr val="123E4F"/>
                </a:solidFill>
                <a:latin typeface="DejaVu Sans"/>
                <a:ea typeface="DejaVu Sans"/>
                <a:cs typeface="DejaVu Sans"/>
              </a:rPr>
              <a:t>“Review all applications and choose</a:t>
            </a:r>
          </a:p>
          <a:p xmlns:a="http://schemas.openxmlformats.org/drawingml/2006/main">
            <a:pPr>
              <a:defRPr sz="2850" b="1">
                <a:solidFill>
                  <a:srgbClr val="123E4F"/>
                </a:solidFill>
                <a:latin typeface="DejaVu Sans"/>
                <a:ea typeface="DejaVu Sans"/>
                <a:cs typeface="DejaVu Sans"/>
              </a:defRPr>
            </a:pPr>
            <a:r>
              <a:rPr sz="2850" b="1">
                <a:solidFill>
                  <a:srgbClr val="123E4F"/>
                </a:solidFill>
                <a:latin typeface="DejaVu Sans"/>
                <a:ea typeface="DejaVu Sans"/>
                <a:cs typeface="DejaVu Sans"/>
              </a:rPr>
              <a:t>the strongest students.”</a:t>
            </a:r>
          </a:p>
        </p:txBody>
      </p:sp>
      <p:sp>
        <p:nvSpPr>
          <p:cNvPr id="9" name="one">
            <a:extLst xmlns:a="http://schemas.openxmlformats.org/drawingml/2006/main">
              <a:ext uri="{FF2B5EF4-FFF2-40B4-BE49-F238E27FC236}">
                <a16:creationId xmlns:a16="http://schemas.microsoft.com/office/drawing/2014/main" id="{C4D4ECE3-E417-41FC-B6C2-36454BF76A5A}"/>
              </a:ext>
            </a:extLst>
          </p:cNvPr>
          <p:cNvSpPr>
            <a:spLocks xmlns:a="http://schemas.openxmlformats.org/drawingml/2006/main" noGrp="1"/>
          </p:cNvSpPr>
          <p:nvPr/>
        </p:nvSpPr>
        <p:spPr>
          <a:xfrm xmlns:a="http://schemas.openxmlformats.org/drawingml/2006/main">
            <a:off x="609600" y="41719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650" b="1">
                <a:solidFill>
                  <a:srgbClr val="007D87"/>
                </a:solidFill>
                <a:latin typeface="DejaVu Sans"/>
                <a:ea typeface="DejaVu Sans"/>
                <a:cs typeface="DejaVu Sans"/>
              </a:defRPr>
            </a:defPPr>
            <a:lvl1pPr>
              <a:defRPr sz="4650" b="1">
                <a:solidFill>
                  <a:srgbClr val="007D87"/>
                </a:solidFill>
                <a:latin typeface="DejaVu Sans"/>
                <a:ea typeface="DejaVu Sans"/>
                <a:cs typeface="DejaVu Sans"/>
              </a:defRPr>
            </a:lvl1pPr>
            <a:lvl2pPr>
              <a:defRPr sz="4650" b="1">
                <a:solidFill>
                  <a:srgbClr val="007D87"/>
                </a:solidFill>
                <a:latin typeface="DejaVu Sans"/>
                <a:ea typeface="DejaVu Sans"/>
                <a:cs typeface="DejaVu Sans"/>
              </a:defRPr>
            </a:lvl2pPr>
            <a:lvl3pPr>
              <a:defRPr sz="4650" b="1">
                <a:solidFill>
                  <a:srgbClr val="007D87"/>
                </a:solidFill>
                <a:latin typeface="DejaVu Sans"/>
                <a:ea typeface="DejaVu Sans"/>
                <a:cs typeface="DejaVu Sans"/>
              </a:defRPr>
            </a:lvl3pPr>
            <a:lvl4pPr>
              <a:defRPr sz="4650" b="1">
                <a:solidFill>
                  <a:srgbClr val="007D87"/>
                </a:solidFill>
                <a:latin typeface="DejaVu Sans"/>
                <a:ea typeface="DejaVu Sans"/>
                <a:cs typeface="DejaVu Sans"/>
              </a:defRPr>
            </a:lvl4pPr>
            <a:lvl5pPr>
              <a:defRPr sz="4650" b="1">
                <a:solidFill>
                  <a:srgbClr val="007D87"/>
                </a:solidFill>
                <a:latin typeface="DejaVu Sans"/>
                <a:ea typeface="DejaVu Sans"/>
                <a:cs typeface="DejaVu Sans"/>
              </a:defRPr>
            </a:lvl5pPr>
            <a:lvl6pPr>
              <a:defRPr sz="4650" b="1">
                <a:solidFill>
                  <a:srgbClr val="007D87"/>
                </a:solidFill>
                <a:latin typeface="DejaVu Sans"/>
                <a:ea typeface="DejaVu Sans"/>
                <a:cs typeface="DejaVu Sans"/>
              </a:defRPr>
            </a:lvl6pPr>
            <a:lvl7pPr>
              <a:defRPr sz="4650" b="1">
                <a:solidFill>
                  <a:srgbClr val="007D87"/>
                </a:solidFill>
                <a:latin typeface="DejaVu Sans"/>
                <a:ea typeface="DejaVu Sans"/>
                <a:cs typeface="DejaVu Sans"/>
              </a:defRPr>
            </a:lvl7pPr>
            <a:lvl8pPr>
              <a:defRPr sz="4650" b="1">
                <a:solidFill>
                  <a:srgbClr val="007D87"/>
                </a:solidFill>
                <a:latin typeface="DejaVu Sans"/>
                <a:ea typeface="DejaVu Sans"/>
                <a:cs typeface="DejaVu Sans"/>
              </a:defRPr>
            </a:lvl8pPr>
            <a:lvl9pPr>
              <a:defRPr sz="4650" b="1">
                <a:solidFill>
                  <a:srgbClr val="007D87"/>
                </a:solidFill>
                <a:latin typeface="DejaVu Sans"/>
                <a:ea typeface="DejaVu Sans"/>
                <a:cs typeface="DejaVu Sans"/>
              </a:defRPr>
            </a:lvl9pPr>
          </a:lstStyle>
          <a:p xmlns:a="http://schemas.openxmlformats.org/drawingml/2006/main">
            <a:pPr>
              <a:defRPr sz="4650" b="1">
                <a:solidFill>
                  <a:srgbClr val="007D87"/>
                </a:solidFill>
                <a:latin typeface="DejaVu Sans"/>
                <a:ea typeface="DejaVu Sans"/>
                <a:cs typeface="DejaVu Sans"/>
              </a:defRPr>
            </a:pPr>
            <a:r>
              <a:rPr sz="4650" b="1">
                <a:solidFill>
                  <a:srgbClr val="007D87"/>
                </a:solidFill>
                <a:latin typeface="DejaVu Sans"/>
                <a:ea typeface="DejaVu Sans"/>
                <a:cs typeface="DejaVu Sans"/>
              </a:rPr>
              <a:t>1</a:t>
            </a:r>
          </a:p>
        </p:txBody>
      </p:sp>
      <p:sp>
        <p:nvSpPr>
          <p:cNvPr id="10" name="oned">
            <a:extLst xmlns:a="http://schemas.openxmlformats.org/drawingml/2006/main">
              <a:ext uri="{FF2B5EF4-FFF2-40B4-BE49-F238E27FC236}">
                <a16:creationId xmlns:a16="http://schemas.microsoft.com/office/drawing/2014/main" id="{7165B4E9-E22C-4AA7-B5DC-73000B384EF7}"/>
              </a:ext>
            </a:extLst>
          </p:cNvPr>
          <p:cNvSpPr>
            <a:spLocks xmlns:a="http://schemas.openxmlformats.org/drawingml/2006/main" noGrp="1"/>
          </p:cNvSpPr>
          <p:nvPr/>
        </p:nvSpPr>
        <p:spPr>
          <a:xfrm xmlns:a="http://schemas.openxmlformats.org/drawingml/2006/main">
            <a:off x="1524000" y="4276725"/>
            <a:ext cx="2619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Name one criterion</a:t>
            </a:r>
          </a:p>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and its source.</a:t>
            </a:r>
          </a:p>
        </p:txBody>
      </p:sp>
      <p:sp>
        <p:nvSpPr>
          <p:cNvPr id="11" name="two">
            <a:extLst xmlns:a="http://schemas.openxmlformats.org/drawingml/2006/main">
              <a:ext uri="{FF2B5EF4-FFF2-40B4-BE49-F238E27FC236}">
                <a16:creationId xmlns:a16="http://schemas.microsoft.com/office/drawing/2014/main" id="{73C72E92-4652-4B2D-A1F3-6A375C9702B5}"/>
              </a:ext>
            </a:extLst>
          </p:cNvPr>
          <p:cNvSpPr>
            <a:spLocks xmlns:a="http://schemas.openxmlformats.org/drawingml/2006/main" noGrp="1"/>
          </p:cNvSpPr>
          <p:nvPr/>
        </p:nvSpPr>
        <p:spPr>
          <a:xfrm xmlns:a="http://schemas.openxmlformats.org/drawingml/2006/main">
            <a:off x="4400550" y="41719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650" b="1">
                <a:solidFill>
                  <a:srgbClr val="007D87"/>
                </a:solidFill>
                <a:latin typeface="DejaVu Sans"/>
                <a:ea typeface="DejaVu Sans"/>
                <a:cs typeface="DejaVu Sans"/>
              </a:defRPr>
            </a:defPPr>
            <a:lvl1pPr>
              <a:defRPr sz="4650" b="1">
                <a:solidFill>
                  <a:srgbClr val="007D87"/>
                </a:solidFill>
                <a:latin typeface="DejaVu Sans"/>
                <a:ea typeface="DejaVu Sans"/>
                <a:cs typeface="DejaVu Sans"/>
              </a:defRPr>
            </a:lvl1pPr>
            <a:lvl2pPr>
              <a:defRPr sz="4650" b="1">
                <a:solidFill>
                  <a:srgbClr val="007D87"/>
                </a:solidFill>
                <a:latin typeface="DejaVu Sans"/>
                <a:ea typeface="DejaVu Sans"/>
                <a:cs typeface="DejaVu Sans"/>
              </a:defRPr>
            </a:lvl2pPr>
            <a:lvl3pPr>
              <a:defRPr sz="4650" b="1">
                <a:solidFill>
                  <a:srgbClr val="007D87"/>
                </a:solidFill>
                <a:latin typeface="DejaVu Sans"/>
                <a:ea typeface="DejaVu Sans"/>
                <a:cs typeface="DejaVu Sans"/>
              </a:defRPr>
            </a:lvl3pPr>
            <a:lvl4pPr>
              <a:defRPr sz="4650" b="1">
                <a:solidFill>
                  <a:srgbClr val="007D87"/>
                </a:solidFill>
                <a:latin typeface="DejaVu Sans"/>
                <a:ea typeface="DejaVu Sans"/>
                <a:cs typeface="DejaVu Sans"/>
              </a:defRPr>
            </a:lvl4pPr>
            <a:lvl5pPr>
              <a:defRPr sz="4650" b="1">
                <a:solidFill>
                  <a:srgbClr val="007D87"/>
                </a:solidFill>
                <a:latin typeface="DejaVu Sans"/>
                <a:ea typeface="DejaVu Sans"/>
                <a:cs typeface="DejaVu Sans"/>
              </a:defRPr>
            </a:lvl5pPr>
            <a:lvl6pPr>
              <a:defRPr sz="4650" b="1">
                <a:solidFill>
                  <a:srgbClr val="007D87"/>
                </a:solidFill>
                <a:latin typeface="DejaVu Sans"/>
                <a:ea typeface="DejaVu Sans"/>
                <a:cs typeface="DejaVu Sans"/>
              </a:defRPr>
            </a:lvl6pPr>
            <a:lvl7pPr>
              <a:defRPr sz="4650" b="1">
                <a:solidFill>
                  <a:srgbClr val="007D87"/>
                </a:solidFill>
                <a:latin typeface="DejaVu Sans"/>
                <a:ea typeface="DejaVu Sans"/>
                <a:cs typeface="DejaVu Sans"/>
              </a:defRPr>
            </a:lvl7pPr>
            <a:lvl8pPr>
              <a:defRPr sz="4650" b="1">
                <a:solidFill>
                  <a:srgbClr val="007D87"/>
                </a:solidFill>
                <a:latin typeface="DejaVu Sans"/>
                <a:ea typeface="DejaVu Sans"/>
                <a:cs typeface="DejaVu Sans"/>
              </a:defRPr>
            </a:lvl8pPr>
            <a:lvl9pPr>
              <a:defRPr sz="4650" b="1">
                <a:solidFill>
                  <a:srgbClr val="007D87"/>
                </a:solidFill>
                <a:latin typeface="DejaVu Sans"/>
                <a:ea typeface="DejaVu Sans"/>
                <a:cs typeface="DejaVu Sans"/>
              </a:defRPr>
            </a:lvl9pPr>
          </a:lstStyle>
          <a:p xmlns:a="http://schemas.openxmlformats.org/drawingml/2006/main">
            <a:pPr>
              <a:defRPr sz="4650" b="1">
                <a:solidFill>
                  <a:srgbClr val="007D87"/>
                </a:solidFill>
                <a:latin typeface="DejaVu Sans"/>
                <a:ea typeface="DejaVu Sans"/>
                <a:cs typeface="DejaVu Sans"/>
              </a:defRPr>
            </a:pPr>
            <a:r>
              <a:rPr sz="4650" b="1">
                <a:solidFill>
                  <a:srgbClr val="007D87"/>
                </a:solidFill>
                <a:latin typeface="DejaVu Sans"/>
                <a:ea typeface="DejaVu Sans"/>
                <a:cs typeface="DejaVu Sans"/>
              </a:rPr>
              <a:t>2</a:t>
            </a:r>
          </a:p>
        </p:txBody>
      </p:sp>
      <p:sp>
        <p:nvSpPr>
          <p:cNvPr id="12" name="twod">
            <a:extLst xmlns:a="http://schemas.openxmlformats.org/drawingml/2006/main">
              <a:ext uri="{FF2B5EF4-FFF2-40B4-BE49-F238E27FC236}">
                <a16:creationId xmlns:a16="http://schemas.microsoft.com/office/drawing/2014/main" id="{96CFD6C7-2DFD-4CC1-9181-0C56AC00F447}"/>
              </a:ext>
            </a:extLst>
          </p:cNvPr>
          <p:cNvSpPr>
            <a:spLocks xmlns:a="http://schemas.openxmlformats.org/drawingml/2006/main" noGrp="1"/>
          </p:cNvSpPr>
          <p:nvPr/>
        </p:nvSpPr>
        <p:spPr>
          <a:xfrm xmlns:a="http://schemas.openxmlformats.org/drawingml/2006/main">
            <a:off x="5314950" y="4276725"/>
            <a:ext cx="2571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Ask for a quote</a:t>
            </a:r>
          </a:p>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and a gap.</a:t>
            </a:r>
          </a:p>
        </p:txBody>
      </p:sp>
      <p:sp>
        <p:nvSpPr>
          <p:cNvPr id="13" name="three">
            <a:extLst xmlns:a="http://schemas.openxmlformats.org/drawingml/2006/main">
              <a:ext uri="{FF2B5EF4-FFF2-40B4-BE49-F238E27FC236}">
                <a16:creationId xmlns:a16="http://schemas.microsoft.com/office/drawing/2014/main" id="{D31AC05D-AA13-408B-9B6A-B0A62784009A}"/>
              </a:ext>
            </a:extLst>
          </p:cNvPr>
          <p:cNvSpPr>
            <a:spLocks xmlns:a="http://schemas.openxmlformats.org/drawingml/2006/main" noGrp="1"/>
          </p:cNvSpPr>
          <p:nvPr/>
        </p:nvSpPr>
        <p:spPr>
          <a:xfrm xmlns:a="http://schemas.openxmlformats.org/drawingml/2006/main">
            <a:off x="8153400" y="41719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4650" b="1">
                <a:solidFill>
                  <a:srgbClr val="D84D20"/>
                </a:solidFill>
                <a:latin typeface="DejaVu Sans"/>
                <a:ea typeface="DejaVu Sans"/>
                <a:cs typeface="DejaVu Sans"/>
              </a:defRPr>
            </a:defPPr>
            <a:lvl1pPr>
              <a:defRPr sz="4650" b="1">
                <a:solidFill>
                  <a:srgbClr val="D84D20"/>
                </a:solidFill>
                <a:latin typeface="DejaVu Sans"/>
                <a:ea typeface="DejaVu Sans"/>
                <a:cs typeface="DejaVu Sans"/>
              </a:defRPr>
            </a:lvl1pPr>
            <a:lvl2pPr>
              <a:defRPr sz="4650" b="1">
                <a:solidFill>
                  <a:srgbClr val="D84D20"/>
                </a:solidFill>
                <a:latin typeface="DejaVu Sans"/>
                <a:ea typeface="DejaVu Sans"/>
                <a:cs typeface="DejaVu Sans"/>
              </a:defRPr>
            </a:lvl2pPr>
            <a:lvl3pPr>
              <a:defRPr sz="4650" b="1">
                <a:solidFill>
                  <a:srgbClr val="D84D20"/>
                </a:solidFill>
                <a:latin typeface="DejaVu Sans"/>
                <a:ea typeface="DejaVu Sans"/>
                <a:cs typeface="DejaVu Sans"/>
              </a:defRPr>
            </a:lvl3pPr>
            <a:lvl4pPr>
              <a:defRPr sz="4650" b="1">
                <a:solidFill>
                  <a:srgbClr val="D84D20"/>
                </a:solidFill>
                <a:latin typeface="DejaVu Sans"/>
                <a:ea typeface="DejaVu Sans"/>
                <a:cs typeface="DejaVu Sans"/>
              </a:defRPr>
            </a:lvl4pPr>
            <a:lvl5pPr>
              <a:defRPr sz="4650" b="1">
                <a:solidFill>
                  <a:srgbClr val="D84D20"/>
                </a:solidFill>
                <a:latin typeface="DejaVu Sans"/>
                <a:ea typeface="DejaVu Sans"/>
                <a:cs typeface="DejaVu Sans"/>
              </a:defRPr>
            </a:lvl5pPr>
            <a:lvl6pPr>
              <a:defRPr sz="4650" b="1">
                <a:solidFill>
                  <a:srgbClr val="D84D20"/>
                </a:solidFill>
                <a:latin typeface="DejaVu Sans"/>
                <a:ea typeface="DejaVu Sans"/>
                <a:cs typeface="DejaVu Sans"/>
              </a:defRPr>
            </a:lvl6pPr>
            <a:lvl7pPr>
              <a:defRPr sz="4650" b="1">
                <a:solidFill>
                  <a:srgbClr val="D84D20"/>
                </a:solidFill>
                <a:latin typeface="DejaVu Sans"/>
                <a:ea typeface="DejaVu Sans"/>
                <a:cs typeface="DejaVu Sans"/>
              </a:defRPr>
            </a:lvl7pPr>
            <a:lvl8pPr>
              <a:defRPr sz="4650" b="1">
                <a:solidFill>
                  <a:srgbClr val="D84D20"/>
                </a:solidFill>
                <a:latin typeface="DejaVu Sans"/>
                <a:ea typeface="DejaVu Sans"/>
                <a:cs typeface="DejaVu Sans"/>
              </a:defRPr>
            </a:lvl8pPr>
            <a:lvl9pPr>
              <a:defRPr sz="4650" b="1">
                <a:solidFill>
                  <a:srgbClr val="D84D20"/>
                </a:solidFill>
                <a:latin typeface="DejaVu Sans"/>
                <a:ea typeface="DejaVu Sans"/>
                <a:cs typeface="DejaVu Sans"/>
              </a:defRPr>
            </a:lvl9pPr>
          </a:lstStyle>
          <a:p xmlns:a="http://schemas.openxmlformats.org/drawingml/2006/main">
            <a:pPr>
              <a:defRPr sz="4650" b="1">
                <a:solidFill>
                  <a:srgbClr val="D84D20"/>
                </a:solidFill>
                <a:latin typeface="DejaVu Sans"/>
                <a:ea typeface="DejaVu Sans"/>
                <a:cs typeface="DejaVu Sans"/>
              </a:defRPr>
            </a:pPr>
            <a:r>
              <a:rPr sz="4650" b="1">
                <a:solidFill>
                  <a:srgbClr val="D84D20"/>
                </a:solidFill>
                <a:latin typeface="DejaVu Sans"/>
                <a:ea typeface="DejaVu Sans"/>
                <a:cs typeface="DejaVu Sans"/>
              </a:rPr>
              <a:t>3</a:t>
            </a:r>
          </a:p>
        </p:txBody>
      </p:sp>
      <p:sp>
        <p:nvSpPr>
          <p:cNvPr id="14" name="threed">
            <a:extLst xmlns:a="http://schemas.openxmlformats.org/drawingml/2006/main">
              <a:ext uri="{FF2B5EF4-FFF2-40B4-BE49-F238E27FC236}">
                <a16:creationId xmlns:a16="http://schemas.microsoft.com/office/drawing/2014/main" id="{44FB22EE-6554-4BDA-89C4-BACAB4D9AD9C}"/>
              </a:ext>
            </a:extLst>
          </p:cNvPr>
          <p:cNvSpPr>
            <a:spLocks xmlns:a="http://schemas.openxmlformats.org/drawingml/2006/main" noGrp="1"/>
          </p:cNvSpPr>
          <p:nvPr/>
        </p:nvSpPr>
        <p:spPr>
          <a:xfrm xmlns:a="http://schemas.openxmlformats.org/drawingml/2006/main">
            <a:off x="9067800" y="4276725"/>
            <a:ext cx="2476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Limit what AI</a:t>
            </a:r>
          </a:p>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may decide.</a:t>
            </a:r>
          </a:p>
        </p:txBody>
      </p:sp>
      <p:sp>
        <p:nvSpPr>
          <p:cNvPr id="15" name="output">
            <a:extLst xmlns:a="http://schemas.openxmlformats.org/drawingml/2006/main">
              <a:ext uri="{FF2B5EF4-FFF2-40B4-BE49-F238E27FC236}">
                <a16:creationId xmlns:a16="http://schemas.microsoft.com/office/drawing/2014/main" id="{FBE97B3A-7674-4458-B98E-9EB50C112AE0}"/>
              </a:ext>
            </a:extLst>
          </p:cNvPr>
          <p:cNvSpPr>
            <a:spLocks xmlns:a="http://schemas.openxmlformats.org/drawingml/2006/main" noGrp="1"/>
          </p:cNvSpPr>
          <p:nvPr/>
        </p:nvSpPr>
        <p:spPr>
          <a:xfrm xmlns:a="http://schemas.openxmlformats.org/drawingml/2006/main">
            <a:off x="609600" y="5572125"/>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1">
                <a:solidFill>
                  <a:srgbClr val="123E4F"/>
                </a:solidFill>
                <a:latin typeface="DejaVu Sans"/>
                <a:ea typeface="DejaVu Sans"/>
                <a:cs typeface="DejaVu Sans"/>
              </a:defRPr>
            </a:defPPr>
            <a:lvl1pPr>
              <a:defRPr sz="2025" b="1">
                <a:solidFill>
                  <a:srgbClr val="123E4F"/>
                </a:solidFill>
                <a:latin typeface="DejaVu Sans"/>
                <a:ea typeface="DejaVu Sans"/>
                <a:cs typeface="DejaVu Sans"/>
              </a:defRPr>
            </a:lvl1pPr>
            <a:lvl2pPr>
              <a:defRPr sz="2025" b="1">
                <a:solidFill>
                  <a:srgbClr val="123E4F"/>
                </a:solidFill>
                <a:latin typeface="DejaVu Sans"/>
                <a:ea typeface="DejaVu Sans"/>
                <a:cs typeface="DejaVu Sans"/>
              </a:defRPr>
            </a:lvl2pPr>
            <a:lvl3pPr>
              <a:defRPr sz="2025" b="1">
                <a:solidFill>
                  <a:srgbClr val="123E4F"/>
                </a:solidFill>
                <a:latin typeface="DejaVu Sans"/>
                <a:ea typeface="DejaVu Sans"/>
                <a:cs typeface="DejaVu Sans"/>
              </a:defRPr>
            </a:lvl3pPr>
            <a:lvl4pPr>
              <a:defRPr sz="2025" b="1">
                <a:solidFill>
                  <a:srgbClr val="123E4F"/>
                </a:solidFill>
                <a:latin typeface="DejaVu Sans"/>
                <a:ea typeface="DejaVu Sans"/>
                <a:cs typeface="DejaVu Sans"/>
              </a:defRPr>
            </a:lvl4pPr>
            <a:lvl5pPr>
              <a:defRPr sz="2025" b="1">
                <a:solidFill>
                  <a:srgbClr val="123E4F"/>
                </a:solidFill>
                <a:latin typeface="DejaVu Sans"/>
                <a:ea typeface="DejaVu Sans"/>
                <a:cs typeface="DejaVu Sans"/>
              </a:defRPr>
            </a:lvl5pPr>
            <a:lvl6pPr>
              <a:defRPr sz="2025" b="1">
                <a:solidFill>
                  <a:srgbClr val="123E4F"/>
                </a:solidFill>
                <a:latin typeface="DejaVu Sans"/>
                <a:ea typeface="DejaVu Sans"/>
                <a:cs typeface="DejaVu Sans"/>
              </a:defRPr>
            </a:lvl6pPr>
            <a:lvl7pPr>
              <a:defRPr sz="2025" b="1">
                <a:solidFill>
                  <a:srgbClr val="123E4F"/>
                </a:solidFill>
                <a:latin typeface="DejaVu Sans"/>
                <a:ea typeface="DejaVu Sans"/>
                <a:cs typeface="DejaVu Sans"/>
              </a:defRPr>
            </a:lvl7pPr>
            <a:lvl8pPr>
              <a:defRPr sz="2025" b="1">
                <a:solidFill>
                  <a:srgbClr val="123E4F"/>
                </a:solidFill>
                <a:latin typeface="DejaVu Sans"/>
                <a:ea typeface="DejaVu Sans"/>
                <a:cs typeface="DejaVu Sans"/>
              </a:defRPr>
            </a:lvl8pPr>
            <a:lvl9pPr>
              <a:defRPr sz="2025" b="1">
                <a:solidFill>
                  <a:srgbClr val="123E4F"/>
                </a:solidFill>
                <a:latin typeface="DejaVu Sans"/>
                <a:ea typeface="DejaVu Sans"/>
                <a:cs typeface="DejaVu Sans"/>
              </a:defRPr>
            </a:lvl9pPr>
          </a:lstStyle>
          <a:p xmlns:a="http://schemas.openxmlformats.org/drawingml/2006/main">
            <a:pPr>
              <a:defRPr sz="2025" b="1">
                <a:solidFill>
                  <a:srgbClr val="123E4F"/>
                </a:solidFill>
                <a:latin typeface="DejaVu Sans"/>
                <a:ea typeface="DejaVu Sans"/>
                <a:cs typeface="DejaVu Sans"/>
              </a:defRPr>
            </a:pPr>
            <a:r>
              <a:rPr sz="2025" b="1">
                <a:solidFill>
                  <a:srgbClr val="123E4F"/>
                </a:solidFill>
                <a:latin typeface="DejaVu Sans"/>
                <a:ea typeface="DejaVu Sans"/>
                <a:cs typeface="DejaVu Sans"/>
              </a:rPr>
              <a:t>Exchange prompts. Could you verify every requested output?</a:t>
            </a:r>
          </a:p>
        </p:txBody>
      </p:sp>
    </p:spTree>
    <p:extLst>
      <p:ext uri="{BB962C8B-B14F-4D97-AF65-F5344CB8AC3E}">
        <p14:creationId xmlns:p14="http://schemas.microsoft.com/office/powerpoint/2010/main" val="11932707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230E318-9F78-4CCF-9487-9C4F1604BC65}"/>
              </a:ext>
            </a:extLst>
          </p:cNvPr>
          <p:cNvPicPr>
            <a:picLocks xmlns:a="http://schemas.openxmlformats.org/drawingml/2006/main" noChangeAspect="1"/>
          </p:cNvPicPr>
          <p:nvPr/>
        </p:nvPicPr>
        <p:blipFill>
          <a:blip xmlns:r="http://schemas.openxmlformats.org/officeDocument/2006/relationships" xmlns:a="http://schemas.openxmlformats.org/drawingml/2006/main" r:embed="Rbe4f32ea71444f72"/>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73502A51-577B-495D-9E13-564DEBE5C012}"/>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shared scoring anchor</a:t>
            </a:r>
          </a:p>
        </p:txBody>
      </p:sp>
      <p:sp>
        <p:nvSpPr>
          <p:cNvPr id="4" name="subtitle">
            <a:extLst xmlns:a="http://schemas.openxmlformats.org/drawingml/2006/main">
              <a:ext uri="{FF2B5EF4-FFF2-40B4-BE49-F238E27FC236}">
                <a16:creationId xmlns:a16="http://schemas.microsoft.com/office/drawing/2014/main" id="{44F48A1A-0691-4EC5-8E7C-2A1FDC2DE9C8}"/>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Fictional teaching rubric: community engagement</a:t>
            </a:r>
          </a:p>
        </p:txBody>
      </p:sp>
      <p:sp>
        <p:nvSpPr>
          <p:cNvPr id="5" name="slide-number">
            <a:extLst xmlns:a="http://schemas.openxmlformats.org/drawingml/2006/main">
              <a:ext uri="{FF2B5EF4-FFF2-40B4-BE49-F238E27FC236}">
                <a16:creationId xmlns:a16="http://schemas.microsoft.com/office/drawing/2014/main" id="{3511300C-8EAA-4629-A888-0D7D5358DBD3}"/>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08</a:t>
            </a:r>
          </a:p>
        </p:txBody>
      </p:sp>
      <p:sp>
        <p:nvSpPr>
          <p:cNvPr id="6" name="bottom">
            <a:extLst xmlns:a="http://schemas.openxmlformats.org/drawingml/2006/main">
              <a:ext uri="{FF2B5EF4-FFF2-40B4-BE49-F238E27FC236}">
                <a16:creationId xmlns:a16="http://schemas.microsoft.com/office/drawing/2014/main" id="{ECB5280D-89A4-4129-A10C-4E3E94D8564E}"/>
              </a:ext>
            </a:extLst>
          </p:cNvPr>
          <p:cNvSpPr>
            <a:spLocks xmlns:a="http://schemas.openxmlformats.org/drawingml/2006/main" noGrp="1"/>
          </p:cNvSpPr>
          <p:nvPr/>
        </p:nvSpPr>
        <p:spPr>
          <a:xfrm xmlns:a="http://schemas.openxmlformats.org/drawingml/2006/main">
            <a:off x="609600" y="55435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007D87"/>
                </a:solidFill>
                <a:latin typeface="DejaVu Sans"/>
                <a:ea typeface="DejaVu Sans"/>
                <a:cs typeface="DejaVu Sans"/>
              </a:defRPr>
            </a:defPPr>
            <a:lvl1pPr>
              <a:defRPr sz="2100" b="1">
                <a:solidFill>
                  <a:srgbClr val="007D87"/>
                </a:solidFill>
                <a:latin typeface="DejaVu Sans"/>
                <a:ea typeface="DejaVu Sans"/>
                <a:cs typeface="DejaVu Sans"/>
              </a:defRPr>
            </a:lvl1pPr>
            <a:lvl2pPr>
              <a:defRPr sz="2100" b="1">
                <a:solidFill>
                  <a:srgbClr val="007D87"/>
                </a:solidFill>
                <a:latin typeface="DejaVu Sans"/>
                <a:ea typeface="DejaVu Sans"/>
                <a:cs typeface="DejaVu Sans"/>
              </a:defRPr>
            </a:lvl2pPr>
            <a:lvl3pPr>
              <a:defRPr sz="2100" b="1">
                <a:solidFill>
                  <a:srgbClr val="007D87"/>
                </a:solidFill>
                <a:latin typeface="DejaVu Sans"/>
                <a:ea typeface="DejaVu Sans"/>
                <a:cs typeface="DejaVu Sans"/>
              </a:defRPr>
            </a:lvl3pPr>
            <a:lvl4pPr>
              <a:defRPr sz="2100" b="1">
                <a:solidFill>
                  <a:srgbClr val="007D87"/>
                </a:solidFill>
                <a:latin typeface="DejaVu Sans"/>
                <a:ea typeface="DejaVu Sans"/>
                <a:cs typeface="DejaVu Sans"/>
              </a:defRPr>
            </a:lvl4pPr>
            <a:lvl5pPr>
              <a:defRPr sz="2100" b="1">
                <a:solidFill>
                  <a:srgbClr val="007D87"/>
                </a:solidFill>
                <a:latin typeface="DejaVu Sans"/>
                <a:ea typeface="DejaVu Sans"/>
                <a:cs typeface="DejaVu Sans"/>
              </a:defRPr>
            </a:lvl5pPr>
            <a:lvl6pPr>
              <a:defRPr sz="2100" b="1">
                <a:solidFill>
                  <a:srgbClr val="007D87"/>
                </a:solidFill>
                <a:latin typeface="DejaVu Sans"/>
                <a:ea typeface="DejaVu Sans"/>
                <a:cs typeface="DejaVu Sans"/>
              </a:defRPr>
            </a:lvl6pPr>
            <a:lvl7pPr>
              <a:defRPr sz="2100" b="1">
                <a:solidFill>
                  <a:srgbClr val="007D87"/>
                </a:solidFill>
                <a:latin typeface="DejaVu Sans"/>
                <a:ea typeface="DejaVu Sans"/>
                <a:cs typeface="DejaVu Sans"/>
              </a:defRPr>
            </a:lvl7pPr>
            <a:lvl8pPr>
              <a:defRPr sz="2100" b="1">
                <a:solidFill>
                  <a:srgbClr val="007D87"/>
                </a:solidFill>
                <a:latin typeface="DejaVu Sans"/>
                <a:ea typeface="DejaVu Sans"/>
                <a:cs typeface="DejaVu Sans"/>
              </a:defRPr>
            </a:lvl8pPr>
            <a:lvl9pPr>
              <a:defRPr sz="2100" b="1">
                <a:solidFill>
                  <a:srgbClr val="007D87"/>
                </a:solidFill>
                <a:latin typeface="DejaVu Sans"/>
                <a:ea typeface="DejaVu Sans"/>
                <a:cs typeface="DejaVu Sans"/>
              </a:defRPr>
            </a:lvl9pPr>
          </a:lstStyle>
          <a:p xmlns:a="http://schemas.openxmlformats.org/drawingml/2006/main">
            <a:pPr>
              <a:defRPr sz="2100" b="1">
                <a:solidFill>
                  <a:srgbClr val="007D87"/>
                </a:solidFill>
                <a:latin typeface="DejaVu Sans"/>
                <a:ea typeface="DejaVu Sans"/>
                <a:cs typeface="DejaVu Sans"/>
              </a:defRPr>
            </a:pPr>
            <a:r>
              <a:rPr sz="2100" b="1">
                <a:solidFill>
                  <a:srgbClr val="007D87"/>
                </a:solidFill>
                <a:latin typeface="DejaVu Sans"/>
                <a:ea typeface="DejaVu Sans"/>
                <a:cs typeface="DejaVu Sans"/>
              </a:rPr>
              <a:t>Use these same anchors for the next two cases.</a:t>
            </a:r>
          </a:p>
        </p:txBody>
      </p:sp>
      <p:graphicFrame>
        <p:nvGraphicFramePr>
          <p:cNvPr id="7" name="">
            <a:extLst xmlns:a="http://schemas.openxmlformats.org/drawingml/2006/main">
              <a:ext uri="{FF2B5EF4-FFF2-40B4-BE49-F238E27FC236}">
                <a16:creationId xmlns:a16="http://schemas.microsoft.com/office/drawing/2014/main" id="{168F208E-38AA-4FC8-A059-6C0CA75E1019}"/>
              </a:ext>
            </a:extLst>
          </p:cNvPr>
          <p:cNvGraphicFramePr/>
          <p:nvPr/>
        </p:nvGraphicFramePr>
        <p:xfrm>
          <a:off xmlns:a="http://schemas.openxmlformats.org/drawingml/2006/main" x="609600" y="2209800"/>
          <a:ext xmlns:a="http://schemas.openxmlformats.org/drawingml/2006/main" cx="10972800" cy="2933700"/>
        </p:xfrm>
        <a:graphic xmlns:a="http://schemas.openxmlformats.org/drawingml/2006/main">
          <a:graphicData uri="http://schemas.openxmlformats.org/drawingml/2006/table">
            <a:tbl>
              <a:tblPr/>
              <a:tblGrid>
                <a:gridCol w="1333500"/>
                <a:gridCol w="9639300"/>
              </a:tblGrid>
              <a:tr h="457200">
                <a:tc>
                  <a:txBody>
                    <a:bodyPr wrap="square" lIns="133350" tIns="95250" rIns="133350" bIns="95250"/>
                    <a:lstStyle/>
                    <a:p>
                      <a:r>
                        <a:rPr sz="1500" b="1">
                          <a:solidFill>
                            <a:srgbClr val="FFFFFF"/>
                          </a:solidFill>
                          <a:latin typeface="DejaVu Sans"/>
                          <a:ea typeface="DejaVu Sans"/>
                          <a:cs typeface="DejaVu Sans"/>
                        </a:rPr>
                        <a:t>POINTS</a:t>
                      </a:r>
                    </a:p>
                  </a:txBody>
                  <a:tcPr marL="91440" marR="91440" marT="45720" marB="45720" anchor="ctr">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Evidence in the supplied excerpt</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r>
              <a:tr h="619125">
                <a:tc>
                  <a:txBody>
                    <a:bodyPr wrap="square" lIns="133350" tIns="95250" rIns="133350" bIns="95250"/>
                    <a:lstStyle/>
                    <a:p>
                      <a:r>
                        <a:rPr sz="2025" b="0">
                          <a:solidFill>
                            <a:srgbClr val="123E4F"/>
                          </a:solidFill>
                          <a:latin typeface="DejaVu Sans"/>
                          <a:ea typeface="DejaVu Sans"/>
                          <a:cs typeface="DejaVu Sans"/>
                        </a:rPr>
                        <a:t>0</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2025" b="0">
                          <a:solidFill>
                            <a:srgbClr val="123E4F"/>
                          </a:solidFill>
                          <a:latin typeface="DejaVu Sans"/>
                          <a:ea typeface="DejaVu Sans"/>
                          <a:cs typeface="DejaVu Sans"/>
                        </a:rPr>
                        <a:t>No relevant activity described</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619125">
                <a:tc>
                  <a:txBody>
                    <a:bodyPr wrap="square" lIns="133350" tIns="95250" rIns="133350" bIns="95250"/>
                    <a:lstStyle/>
                    <a:p>
                      <a:r>
                        <a:rPr sz="2025" b="0">
                          <a:solidFill>
                            <a:srgbClr val="123E4F"/>
                          </a:solidFill>
                          <a:latin typeface="DejaVu Sans"/>
                          <a:ea typeface="DejaVu Sans"/>
                          <a:cs typeface="DejaVu Sans"/>
                        </a:rPr>
                        <a:t>1</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2025" b="0">
                          <a:solidFill>
                            <a:srgbClr val="123E4F"/>
                          </a:solidFill>
                          <a:latin typeface="DejaVu Sans"/>
                          <a:ea typeface="DejaVu Sans"/>
                          <a:cs typeface="DejaVu Sans"/>
                        </a:rPr>
                        <a:t>Activity named, but the applicant’s role is unclear</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r h="619125">
                <a:tc>
                  <a:txBody>
                    <a:bodyPr wrap="square" lIns="133350" tIns="95250" rIns="133350" bIns="95250"/>
                    <a:lstStyle/>
                    <a:p>
                      <a:r>
                        <a:rPr sz="2025" b="0">
                          <a:solidFill>
                            <a:srgbClr val="123E4F"/>
                          </a:solidFill>
                          <a:latin typeface="DejaVu Sans"/>
                          <a:ea typeface="DejaVu Sans"/>
                          <a:cs typeface="DejaVu Sans"/>
                        </a:rPr>
                        <a:t>2</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2025" b="0">
                          <a:solidFill>
                            <a:srgbClr val="123E4F"/>
                          </a:solidFill>
                          <a:latin typeface="DejaVu Sans"/>
                          <a:ea typeface="DejaVu Sans"/>
                          <a:cs typeface="DejaVu Sans"/>
                        </a:rPr>
                        <a:t>Applicant’s contribution is specific</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619125">
                <a:tc>
                  <a:txBody>
                    <a:bodyPr wrap="square" lIns="133350" tIns="95250" rIns="133350" bIns="95250"/>
                    <a:lstStyle/>
                    <a:p>
                      <a:r>
                        <a:rPr sz="2025" b="0">
                          <a:solidFill>
                            <a:srgbClr val="123E4F"/>
                          </a:solidFill>
                          <a:latin typeface="DejaVu Sans"/>
                          <a:ea typeface="DejaVu Sans"/>
                          <a:cs typeface="DejaVu Sans"/>
                        </a:rPr>
                        <a:t>3</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2025" b="0">
                          <a:solidFill>
                            <a:srgbClr val="123E4F"/>
                          </a:solidFill>
                          <a:latin typeface="DejaVu Sans"/>
                          <a:ea typeface="DejaVu Sans"/>
                          <a:cs typeface="DejaVu Sans"/>
                        </a:rPr>
                        <a:t>Specific contribution and a supported result</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bl>
          </a:graphicData>
        </a:graphic>
      </p:graphicFrame>
    </p:spTree>
    <p:extLst>
      <p:ext uri="{BB962C8B-B14F-4D97-AF65-F5344CB8AC3E}">
        <p14:creationId xmlns:p14="http://schemas.microsoft.com/office/powerpoint/2010/main" val="15569699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DEA8B46-FE5E-45E7-A5AD-244E9573C1BB}"/>
              </a:ext>
            </a:extLst>
          </p:cNvPr>
          <p:cNvPicPr>
            <a:picLocks xmlns:a="http://schemas.openxmlformats.org/drawingml/2006/main" noChangeAspect="1"/>
          </p:cNvPicPr>
          <p:nvPr/>
        </p:nvPicPr>
        <p:blipFill>
          <a:blip xmlns:r="http://schemas.openxmlformats.org/officeDocument/2006/relationships" xmlns:a="http://schemas.openxmlformats.org/drawingml/2006/main" r:embed="R26b11311455449d0"/>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10AF34B2-0180-40A3-B65E-C75884CC73CA}"/>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An evidence audit</a:t>
            </a:r>
          </a:p>
        </p:txBody>
      </p:sp>
      <p:sp>
        <p:nvSpPr>
          <p:cNvPr id="4" name="subtitle">
            <a:extLst xmlns:a="http://schemas.openxmlformats.org/drawingml/2006/main">
              <a:ext uri="{FF2B5EF4-FFF2-40B4-BE49-F238E27FC236}">
                <a16:creationId xmlns:a16="http://schemas.microsoft.com/office/drawing/2014/main" id="{F25DFC25-39B1-48A6-B5D2-8F6DE0CEFAAE}"/>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Fictional application A17, paragraph 2</a:t>
            </a:r>
          </a:p>
        </p:txBody>
      </p:sp>
      <p:sp>
        <p:nvSpPr>
          <p:cNvPr id="5" name="slide-number">
            <a:extLst xmlns:a="http://schemas.openxmlformats.org/drawingml/2006/main">
              <a:ext uri="{FF2B5EF4-FFF2-40B4-BE49-F238E27FC236}">
                <a16:creationId xmlns:a16="http://schemas.microsoft.com/office/drawing/2014/main" id="{B97676A3-0FEB-4DEA-BFEC-0D06D900F392}"/>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09</a:t>
            </a:r>
          </a:p>
        </p:txBody>
      </p:sp>
      <p:sp>
        <p:nvSpPr>
          <p:cNvPr id="6" name="activity-timing">
            <a:extLst xmlns:a="http://schemas.openxmlformats.org/drawingml/2006/main">
              <a:ext uri="{FF2B5EF4-FFF2-40B4-BE49-F238E27FC236}">
                <a16:creationId xmlns:a16="http://schemas.microsoft.com/office/drawing/2014/main" id="{103D74D3-9121-446A-81C3-9EB543BA8232}"/>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4     5 MINUTES     PAIRS</a:t>
            </a:r>
          </a:p>
        </p:txBody>
      </p:sp>
      <p:sp>
        <p:nvSpPr>
          <p:cNvPr id="7" name="leftlabel">
            <a:extLst xmlns:a="http://schemas.openxmlformats.org/drawingml/2006/main">
              <a:ext uri="{FF2B5EF4-FFF2-40B4-BE49-F238E27FC236}">
                <a16:creationId xmlns:a16="http://schemas.microsoft.com/office/drawing/2014/main" id="{318BF389-D025-4DCD-B9E3-D3E17CD7B048}"/>
              </a:ext>
            </a:extLst>
          </p:cNvPr>
          <p:cNvSpPr>
            <a:spLocks xmlns:a="http://schemas.openxmlformats.org/drawingml/2006/main" noGrp="1"/>
          </p:cNvSpPr>
          <p:nvPr/>
        </p:nvSpPr>
        <p:spPr>
          <a:xfrm xmlns:a="http://schemas.openxmlformats.org/drawingml/2006/main">
            <a:off x="609600" y="21526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7D87"/>
                </a:solidFill>
                <a:latin typeface="DejaVu Sans"/>
                <a:ea typeface="DejaVu Sans"/>
                <a:cs typeface="DejaVu Sans"/>
              </a:defRPr>
            </a:defPPr>
            <a:lvl1pPr>
              <a:defRPr sz="1500" b="1">
                <a:solidFill>
                  <a:srgbClr val="007D87"/>
                </a:solidFill>
                <a:latin typeface="DejaVu Sans"/>
                <a:ea typeface="DejaVu Sans"/>
                <a:cs typeface="DejaVu Sans"/>
              </a:defRPr>
            </a:lvl1pPr>
            <a:lvl2pPr>
              <a:defRPr sz="1500" b="1">
                <a:solidFill>
                  <a:srgbClr val="007D87"/>
                </a:solidFill>
                <a:latin typeface="DejaVu Sans"/>
                <a:ea typeface="DejaVu Sans"/>
                <a:cs typeface="DejaVu Sans"/>
              </a:defRPr>
            </a:lvl2pPr>
            <a:lvl3pPr>
              <a:defRPr sz="1500" b="1">
                <a:solidFill>
                  <a:srgbClr val="007D87"/>
                </a:solidFill>
                <a:latin typeface="DejaVu Sans"/>
                <a:ea typeface="DejaVu Sans"/>
                <a:cs typeface="DejaVu Sans"/>
              </a:defRPr>
            </a:lvl3pPr>
            <a:lvl4pPr>
              <a:defRPr sz="1500" b="1">
                <a:solidFill>
                  <a:srgbClr val="007D87"/>
                </a:solidFill>
                <a:latin typeface="DejaVu Sans"/>
                <a:ea typeface="DejaVu Sans"/>
                <a:cs typeface="DejaVu Sans"/>
              </a:defRPr>
            </a:lvl4pPr>
            <a:lvl5pPr>
              <a:defRPr sz="1500" b="1">
                <a:solidFill>
                  <a:srgbClr val="007D87"/>
                </a:solidFill>
                <a:latin typeface="DejaVu Sans"/>
                <a:ea typeface="DejaVu Sans"/>
                <a:cs typeface="DejaVu Sans"/>
              </a:defRPr>
            </a:lvl5pPr>
            <a:lvl6pPr>
              <a:defRPr sz="1500" b="1">
                <a:solidFill>
                  <a:srgbClr val="007D87"/>
                </a:solidFill>
                <a:latin typeface="DejaVu Sans"/>
                <a:ea typeface="DejaVu Sans"/>
                <a:cs typeface="DejaVu Sans"/>
              </a:defRPr>
            </a:lvl6pPr>
            <a:lvl7pPr>
              <a:defRPr sz="1500" b="1">
                <a:solidFill>
                  <a:srgbClr val="007D87"/>
                </a:solidFill>
                <a:latin typeface="DejaVu Sans"/>
                <a:ea typeface="DejaVu Sans"/>
                <a:cs typeface="DejaVu Sans"/>
              </a:defRPr>
            </a:lvl7pPr>
            <a:lvl8pPr>
              <a:defRPr sz="1500" b="1">
                <a:solidFill>
                  <a:srgbClr val="007D87"/>
                </a:solidFill>
                <a:latin typeface="DejaVu Sans"/>
                <a:ea typeface="DejaVu Sans"/>
                <a:cs typeface="DejaVu Sans"/>
              </a:defRPr>
            </a:lvl8pPr>
            <a:lvl9pPr>
              <a:defRPr sz="1500" b="1">
                <a:solidFill>
                  <a:srgbClr val="007D87"/>
                </a:solidFill>
                <a:latin typeface="DejaVu Sans"/>
                <a:ea typeface="DejaVu Sans"/>
                <a:cs typeface="DejaVu Sans"/>
              </a:defRPr>
            </a:lvl9pPr>
          </a:lstStyle>
          <a:p xmlns:a="http://schemas.openxmlformats.org/drawingml/2006/main">
            <a:pPr>
              <a:defRPr sz="1500" b="1">
                <a:solidFill>
                  <a:srgbClr val="007D87"/>
                </a:solidFill>
                <a:latin typeface="DejaVu Sans"/>
                <a:ea typeface="DejaVu Sans"/>
                <a:cs typeface="DejaVu Sans"/>
              </a:defRPr>
            </a:pPr>
            <a:r>
              <a:rPr sz="1500" b="1">
                <a:solidFill>
                  <a:srgbClr val="007D87"/>
                </a:solidFill>
                <a:latin typeface="DejaVu Sans"/>
                <a:ea typeface="DejaVu Sans"/>
                <a:cs typeface="DejaVu Sans"/>
              </a:rPr>
              <a:t>APPLICANT EXCERPT</a:t>
            </a:r>
          </a:p>
        </p:txBody>
      </p:sp>
      <p:sp>
        <p:nvSpPr>
          <p:cNvPr id="8" name="excerpt">
            <a:extLst xmlns:a="http://schemas.openxmlformats.org/drawingml/2006/main">
              <a:ext uri="{FF2B5EF4-FFF2-40B4-BE49-F238E27FC236}">
                <a16:creationId xmlns:a16="http://schemas.microsoft.com/office/drawing/2014/main" id="{8F9BA069-472B-47A8-8166-5063CBD1A2F3}"/>
              </a:ext>
            </a:extLst>
          </p:cNvPr>
          <p:cNvSpPr>
            <a:spLocks xmlns:a="http://schemas.openxmlformats.org/drawingml/2006/main" noGrp="1"/>
          </p:cNvSpPr>
          <p:nvPr/>
        </p:nvSpPr>
        <p:spPr>
          <a:xfrm xmlns:a="http://schemas.openxmlformats.org/drawingml/2006/main">
            <a:off x="609600" y="2705100"/>
            <a:ext cx="5257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123E4F"/>
                </a:solidFill>
                <a:latin typeface="DejaVu Sans"/>
                <a:ea typeface="DejaVu Sans"/>
                <a:cs typeface="DejaVu Sans"/>
              </a:defRPr>
            </a:defPPr>
            <a:lvl1pPr>
              <a:defRPr sz="2250" b="1">
                <a:solidFill>
                  <a:srgbClr val="123E4F"/>
                </a:solidFill>
                <a:latin typeface="DejaVu Sans"/>
                <a:ea typeface="DejaVu Sans"/>
                <a:cs typeface="DejaVu Sans"/>
              </a:defRPr>
            </a:lvl1pPr>
            <a:lvl2pPr>
              <a:defRPr sz="2250" b="1">
                <a:solidFill>
                  <a:srgbClr val="123E4F"/>
                </a:solidFill>
                <a:latin typeface="DejaVu Sans"/>
                <a:ea typeface="DejaVu Sans"/>
                <a:cs typeface="DejaVu Sans"/>
              </a:defRPr>
            </a:lvl2pPr>
            <a:lvl3pPr>
              <a:defRPr sz="2250" b="1">
                <a:solidFill>
                  <a:srgbClr val="123E4F"/>
                </a:solidFill>
                <a:latin typeface="DejaVu Sans"/>
                <a:ea typeface="DejaVu Sans"/>
                <a:cs typeface="DejaVu Sans"/>
              </a:defRPr>
            </a:lvl3pPr>
            <a:lvl4pPr>
              <a:defRPr sz="2250" b="1">
                <a:solidFill>
                  <a:srgbClr val="123E4F"/>
                </a:solidFill>
                <a:latin typeface="DejaVu Sans"/>
                <a:ea typeface="DejaVu Sans"/>
                <a:cs typeface="DejaVu Sans"/>
              </a:defRPr>
            </a:lvl4pPr>
            <a:lvl5pPr>
              <a:defRPr sz="2250" b="1">
                <a:solidFill>
                  <a:srgbClr val="123E4F"/>
                </a:solidFill>
                <a:latin typeface="DejaVu Sans"/>
                <a:ea typeface="DejaVu Sans"/>
                <a:cs typeface="DejaVu Sans"/>
              </a:defRPr>
            </a:lvl5pPr>
            <a:lvl6pPr>
              <a:defRPr sz="2250" b="1">
                <a:solidFill>
                  <a:srgbClr val="123E4F"/>
                </a:solidFill>
                <a:latin typeface="DejaVu Sans"/>
                <a:ea typeface="DejaVu Sans"/>
                <a:cs typeface="DejaVu Sans"/>
              </a:defRPr>
            </a:lvl6pPr>
            <a:lvl7pPr>
              <a:defRPr sz="2250" b="1">
                <a:solidFill>
                  <a:srgbClr val="123E4F"/>
                </a:solidFill>
                <a:latin typeface="DejaVu Sans"/>
                <a:ea typeface="DejaVu Sans"/>
                <a:cs typeface="DejaVu Sans"/>
              </a:defRPr>
            </a:lvl7pPr>
            <a:lvl8pPr>
              <a:defRPr sz="2250" b="1">
                <a:solidFill>
                  <a:srgbClr val="123E4F"/>
                </a:solidFill>
                <a:latin typeface="DejaVu Sans"/>
                <a:ea typeface="DejaVu Sans"/>
                <a:cs typeface="DejaVu Sans"/>
              </a:defRPr>
            </a:lvl8pPr>
            <a:lvl9pPr>
              <a:defRPr sz="2250" b="1">
                <a:solidFill>
                  <a:srgbClr val="123E4F"/>
                </a:solidFill>
                <a:latin typeface="DejaVu Sans"/>
                <a:ea typeface="DejaVu Sans"/>
                <a:cs typeface="DejaVu Sans"/>
              </a:defRPr>
            </a:lvl9pPr>
          </a:lstStyle>
          <a:p xmlns:a="http://schemas.openxmlformats.org/drawingml/2006/main">
            <a:pPr>
              <a:defRPr sz="2250" b="1">
                <a:solidFill>
                  <a:srgbClr val="123E4F"/>
                </a:solidFill>
                <a:latin typeface="DejaVu Sans"/>
                <a:ea typeface="DejaVu Sans"/>
                <a:cs typeface="DejaVu Sans"/>
              </a:defRPr>
            </a:pPr>
            <a:r>
              <a:rPr sz="2250" b="1">
                <a:solidFill>
                  <a:srgbClr val="123E4F"/>
                </a:solidFill>
                <a:latin typeface="DejaVu Sans"/>
                <a:ea typeface="DejaVu Sans"/>
                <a:cs typeface="DejaVu Sans"/>
              </a:rPr>
              <a:t>“I organized 12 weekend</a:t>
            </a:r>
          </a:p>
          <a:p xmlns:a="http://schemas.openxmlformats.org/drawingml/2006/main">
            <a:pPr>
              <a:defRPr sz="2250" b="1">
                <a:solidFill>
                  <a:srgbClr val="123E4F"/>
                </a:solidFill>
                <a:latin typeface="DejaVu Sans"/>
                <a:ea typeface="DejaVu Sans"/>
                <a:cs typeface="DejaVu Sans"/>
              </a:defRPr>
            </a:pPr>
            <a:r>
              <a:rPr sz="2250" b="1">
                <a:solidFill>
                  <a:srgbClr val="123E4F"/>
                </a:solidFill>
                <a:latin typeface="DejaVu Sans"/>
                <a:ea typeface="DejaVu Sans"/>
                <a:cs typeface="DejaVu Sans"/>
              </a:rPr>
              <a:t>tutoring sessions for sixth</a:t>
            </a:r>
          </a:p>
          <a:p xmlns:a="http://schemas.openxmlformats.org/drawingml/2006/main">
            <a:pPr>
              <a:defRPr sz="2250" b="1">
                <a:solidFill>
                  <a:srgbClr val="123E4F"/>
                </a:solidFill>
                <a:latin typeface="DejaVu Sans"/>
                <a:ea typeface="DejaVu Sans"/>
                <a:cs typeface="DejaVu Sans"/>
              </a:defRPr>
            </a:pPr>
            <a:r>
              <a:rPr sz="2250" b="1">
                <a:solidFill>
                  <a:srgbClr val="123E4F"/>
                </a:solidFill>
                <a:latin typeface="DejaVu Sans"/>
                <a:ea typeface="DejaVu Sans"/>
                <a:cs typeface="DejaVu Sans"/>
              </a:rPr>
              <a:t>graders and recruited</a:t>
            </a:r>
          </a:p>
          <a:p xmlns:a="http://schemas.openxmlformats.org/drawingml/2006/main">
            <a:pPr>
              <a:defRPr sz="2250" b="1">
                <a:solidFill>
                  <a:srgbClr val="123E4F"/>
                </a:solidFill>
                <a:latin typeface="DejaVu Sans"/>
                <a:ea typeface="DejaVu Sans"/>
                <a:cs typeface="DejaVu Sans"/>
              </a:defRPr>
            </a:pPr>
            <a:r>
              <a:rPr sz="2250" b="1">
                <a:solidFill>
                  <a:srgbClr val="123E4F"/>
                </a:solidFill>
                <a:latin typeface="DejaVu Sans"/>
                <a:ea typeface="DejaVu Sans"/>
                <a:cs typeface="DejaVu Sans"/>
              </a:rPr>
              <a:t>two volunteers.”</a:t>
            </a:r>
          </a:p>
        </p:txBody>
      </p:sp>
      <p:sp>
        <p:nvSpPr>
          <p:cNvPr id="9" name="rightlabel">
            <a:extLst xmlns:a="http://schemas.openxmlformats.org/drawingml/2006/main">
              <a:ext uri="{FF2B5EF4-FFF2-40B4-BE49-F238E27FC236}">
                <a16:creationId xmlns:a16="http://schemas.microsoft.com/office/drawing/2014/main" id="{BFDF253F-41EA-402C-9B35-B821A0E876C1}"/>
              </a:ext>
            </a:extLst>
          </p:cNvPr>
          <p:cNvSpPr>
            <a:spLocks xmlns:a="http://schemas.openxmlformats.org/drawingml/2006/main" noGrp="1"/>
          </p:cNvSpPr>
          <p:nvPr/>
        </p:nvSpPr>
        <p:spPr>
          <a:xfrm xmlns:a="http://schemas.openxmlformats.org/drawingml/2006/main">
            <a:off x="6419850" y="2152650"/>
            <a:ext cx="5162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D84D20"/>
                </a:solidFill>
                <a:latin typeface="DejaVu Sans"/>
                <a:ea typeface="DejaVu Sans"/>
                <a:cs typeface="DejaVu Sans"/>
              </a:defRPr>
            </a:defPPr>
            <a:lvl1pPr>
              <a:defRPr sz="1500" b="1">
                <a:solidFill>
                  <a:srgbClr val="D84D20"/>
                </a:solidFill>
                <a:latin typeface="DejaVu Sans"/>
                <a:ea typeface="DejaVu Sans"/>
                <a:cs typeface="DejaVu Sans"/>
              </a:defRPr>
            </a:lvl1pPr>
            <a:lvl2pPr>
              <a:defRPr sz="1500" b="1">
                <a:solidFill>
                  <a:srgbClr val="D84D20"/>
                </a:solidFill>
                <a:latin typeface="DejaVu Sans"/>
                <a:ea typeface="DejaVu Sans"/>
                <a:cs typeface="DejaVu Sans"/>
              </a:defRPr>
            </a:lvl2pPr>
            <a:lvl3pPr>
              <a:defRPr sz="1500" b="1">
                <a:solidFill>
                  <a:srgbClr val="D84D20"/>
                </a:solidFill>
                <a:latin typeface="DejaVu Sans"/>
                <a:ea typeface="DejaVu Sans"/>
                <a:cs typeface="DejaVu Sans"/>
              </a:defRPr>
            </a:lvl3pPr>
            <a:lvl4pPr>
              <a:defRPr sz="1500" b="1">
                <a:solidFill>
                  <a:srgbClr val="D84D20"/>
                </a:solidFill>
                <a:latin typeface="DejaVu Sans"/>
                <a:ea typeface="DejaVu Sans"/>
                <a:cs typeface="DejaVu Sans"/>
              </a:defRPr>
            </a:lvl4pPr>
            <a:lvl5pPr>
              <a:defRPr sz="1500" b="1">
                <a:solidFill>
                  <a:srgbClr val="D84D20"/>
                </a:solidFill>
                <a:latin typeface="DejaVu Sans"/>
                <a:ea typeface="DejaVu Sans"/>
                <a:cs typeface="DejaVu Sans"/>
              </a:defRPr>
            </a:lvl5pPr>
            <a:lvl6pPr>
              <a:defRPr sz="1500" b="1">
                <a:solidFill>
                  <a:srgbClr val="D84D20"/>
                </a:solidFill>
                <a:latin typeface="DejaVu Sans"/>
                <a:ea typeface="DejaVu Sans"/>
                <a:cs typeface="DejaVu Sans"/>
              </a:defRPr>
            </a:lvl6pPr>
            <a:lvl7pPr>
              <a:defRPr sz="1500" b="1">
                <a:solidFill>
                  <a:srgbClr val="D84D20"/>
                </a:solidFill>
                <a:latin typeface="DejaVu Sans"/>
                <a:ea typeface="DejaVu Sans"/>
                <a:cs typeface="DejaVu Sans"/>
              </a:defRPr>
            </a:lvl7pPr>
            <a:lvl8pPr>
              <a:defRPr sz="1500" b="1">
                <a:solidFill>
                  <a:srgbClr val="D84D20"/>
                </a:solidFill>
                <a:latin typeface="DejaVu Sans"/>
                <a:ea typeface="DejaVu Sans"/>
                <a:cs typeface="DejaVu Sans"/>
              </a:defRPr>
            </a:lvl8pPr>
            <a:lvl9pPr>
              <a:defRPr sz="1500" b="1">
                <a:solidFill>
                  <a:srgbClr val="D84D20"/>
                </a:solidFill>
                <a:latin typeface="DejaVu Sans"/>
                <a:ea typeface="DejaVu Sans"/>
                <a:cs typeface="DejaVu Sans"/>
              </a:defRPr>
            </a:lvl9pPr>
          </a:lstStyle>
          <a:p xmlns:a="http://schemas.openxmlformats.org/drawingml/2006/main">
            <a:pPr>
              <a:defRPr sz="1500" b="1">
                <a:solidFill>
                  <a:srgbClr val="D84D20"/>
                </a:solidFill>
                <a:latin typeface="DejaVu Sans"/>
                <a:ea typeface="DejaVu Sans"/>
                <a:cs typeface="DejaVu Sans"/>
              </a:defRPr>
            </a:pPr>
            <a:r>
              <a:rPr sz="1500" b="1">
                <a:solidFill>
                  <a:srgbClr val="D84D20"/>
                </a:solidFill>
                <a:latin typeface="DejaVu Sans"/>
                <a:ea typeface="DejaVu Sans"/>
                <a:cs typeface="DejaVu Sans"/>
              </a:rPr>
              <a:t>SAMPLE AI SUMMARY</a:t>
            </a:r>
          </a:p>
        </p:txBody>
      </p:sp>
      <p:sp>
        <p:nvSpPr>
          <p:cNvPr id="10" name="summary">
            <a:extLst xmlns:a="http://schemas.openxmlformats.org/drawingml/2006/main">
              <a:ext uri="{FF2B5EF4-FFF2-40B4-BE49-F238E27FC236}">
                <a16:creationId xmlns:a16="http://schemas.microsoft.com/office/drawing/2014/main" id="{52275326-A8A2-4B93-A921-81A926380DB5}"/>
              </a:ext>
            </a:extLst>
          </p:cNvPr>
          <p:cNvSpPr>
            <a:spLocks xmlns:a="http://schemas.openxmlformats.org/drawingml/2006/main" noGrp="1"/>
          </p:cNvSpPr>
          <p:nvPr/>
        </p:nvSpPr>
        <p:spPr>
          <a:xfrm xmlns:a="http://schemas.openxmlformats.org/drawingml/2006/main">
            <a:off x="6419850" y="2705100"/>
            <a:ext cx="51625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0">
                <a:solidFill>
                  <a:srgbClr val="123E4F"/>
                </a:solidFill>
                <a:latin typeface="DejaVu Sans"/>
                <a:ea typeface="DejaVu Sans"/>
                <a:cs typeface="DejaVu Sans"/>
              </a:defRPr>
            </a:defPPr>
            <a:lvl1pPr>
              <a:defRPr sz="2250" b="0">
                <a:solidFill>
                  <a:srgbClr val="123E4F"/>
                </a:solidFill>
                <a:latin typeface="DejaVu Sans"/>
                <a:ea typeface="DejaVu Sans"/>
                <a:cs typeface="DejaVu Sans"/>
              </a:defRPr>
            </a:lvl1pPr>
            <a:lvl2pPr>
              <a:defRPr sz="2250" b="0">
                <a:solidFill>
                  <a:srgbClr val="123E4F"/>
                </a:solidFill>
                <a:latin typeface="DejaVu Sans"/>
                <a:ea typeface="DejaVu Sans"/>
                <a:cs typeface="DejaVu Sans"/>
              </a:defRPr>
            </a:lvl2pPr>
            <a:lvl3pPr>
              <a:defRPr sz="2250" b="0">
                <a:solidFill>
                  <a:srgbClr val="123E4F"/>
                </a:solidFill>
                <a:latin typeface="DejaVu Sans"/>
                <a:ea typeface="DejaVu Sans"/>
                <a:cs typeface="DejaVu Sans"/>
              </a:defRPr>
            </a:lvl3pPr>
            <a:lvl4pPr>
              <a:defRPr sz="2250" b="0">
                <a:solidFill>
                  <a:srgbClr val="123E4F"/>
                </a:solidFill>
                <a:latin typeface="DejaVu Sans"/>
                <a:ea typeface="DejaVu Sans"/>
                <a:cs typeface="DejaVu Sans"/>
              </a:defRPr>
            </a:lvl4pPr>
            <a:lvl5pPr>
              <a:defRPr sz="2250" b="0">
                <a:solidFill>
                  <a:srgbClr val="123E4F"/>
                </a:solidFill>
                <a:latin typeface="DejaVu Sans"/>
                <a:ea typeface="DejaVu Sans"/>
                <a:cs typeface="DejaVu Sans"/>
              </a:defRPr>
            </a:lvl5pPr>
            <a:lvl6pPr>
              <a:defRPr sz="2250" b="0">
                <a:solidFill>
                  <a:srgbClr val="123E4F"/>
                </a:solidFill>
                <a:latin typeface="DejaVu Sans"/>
                <a:ea typeface="DejaVu Sans"/>
                <a:cs typeface="DejaVu Sans"/>
              </a:defRPr>
            </a:lvl6pPr>
            <a:lvl7pPr>
              <a:defRPr sz="2250" b="0">
                <a:solidFill>
                  <a:srgbClr val="123E4F"/>
                </a:solidFill>
                <a:latin typeface="DejaVu Sans"/>
                <a:ea typeface="DejaVu Sans"/>
                <a:cs typeface="DejaVu Sans"/>
              </a:defRPr>
            </a:lvl7pPr>
            <a:lvl8pPr>
              <a:defRPr sz="2250" b="0">
                <a:solidFill>
                  <a:srgbClr val="123E4F"/>
                </a:solidFill>
                <a:latin typeface="DejaVu Sans"/>
                <a:ea typeface="DejaVu Sans"/>
                <a:cs typeface="DejaVu Sans"/>
              </a:defRPr>
            </a:lvl8pPr>
            <a:lvl9pPr>
              <a:defRPr sz="2250" b="0">
                <a:solidFill>
                  <a:srgbClr val="123E4F"/>
                </a:solidFill>
                <a:latin typeface="DejaVu Sans"/>
                <a:ea typeface="DejaVu Sans"/>
                <a:cs typeface="DejaVu Sans"/>
              </a:defRPr>
            </a:lvl9pPr>
          </a:lstStyle>
          <a:p xmlns:a="http://schemas.openxmlformats.org/drawingml/2006/main">
            <a:pPr>
              <a:defRPr sz="2250" b="0">
                <a:solidFill>
                  <a:srgbClr val="123E4F"/>
                </a:solidFill>
                <a:latin typeface="DejaVu Sans"/>
                <a:ea typeface="DejaVu Sans"/>
                <a:cs typeface="DejaVu Sans"/>
              </a:defRPr>
            </a:pPr>
            <a:r>
              <a:rPr sz="2250" b="0">
                <a:solidFill>
                  <a:srgbClr val="123E4F"/>
                </a:solidFill>
                <a:latin typeface="DejaVu Sans"/>
                <a:ea typeface="DejaVu Sans"/>
                <a:cs typeface="DejaVu Sans"/>
              </a:rPr>
              <a:t>“Founded a program serving</a:t>
            </a:r>
          </a:p>
          <a:p xmlns:a="http://schemas.openxmlformats.org/drawingml/2006/main">
            <a:pPr>
              <a:defRPr sz="2250" b="0">
                <a:solidFill>
                  <a:srgbClr val="123E4F"/>
                </a:solidFill>
                <a:latin typeface="DejaVu Sans"/>
                <a:ea typeface="DejaVu Sans"/>
                <a:cs typeface="DejaVu Sans"/>
              </a:defRPr>
            </a:pPr>
            <a:r>
              <a:rPr sz="2250" b="0">
                <a:solidFill>
                  <a:srgbClr val="123E4F"/>
                </a:solidFill>
                <a:latin typeface="DejaVu Sans"/>
                <a:ea typeface="DejaVu Sans"/>
                <a:cs typeface="DejaVu Sans"/>
              </a:rPr>
              <a:t>120 students. Improved grades</a:t>
            </a:r>
          </a:p>
          <a:p xmlns:a="http://schemas.openxmlformats.org/drawingml/2006/main">
            <a:pPr>
              <a:defRPr sz="2250" b="0">
                <a:solidFill>
                  <a:srgbClr val="123E4F"/>
                </a:solidFill>
                <a:latin typeface="DejaVu Sans"/>
                <a:ea typeface="DejaVu Sans"/>
                <a:cs typeface="DejaVu Sans"/>
              </a:defRPr>
            </a:pPr>
            <a:r>
              <a:rPr sz="2250" b="0">
                <a:solidFill>
                  <a:srgbClr val="123E4F"/>
                </a:solidFill>
                <a:latin typeface="DejaVu Sans"/>
                <a:ea typeface="DejaVu Sans"/>
                <a:cs typeface="DejaVu Sans"/>
              </a:rPr>
              <a:t>by 20%. Strong leadership.</a:t>
            </a:r>
          </a:p>
          <a:p xmlns:a="http://schemas.openxmlformats.org/drawingml/2006/main">
            <a:pPr>
              <a:defRPr sz="2250" b="0">
                <a:solidFill>
                  <a:srgbClr val="123E4F"/>
                </a:solidFill>
                <a:latin typeface="DejaVu Sans"/>
                <a:ea typeface="DejaVu Sans"/>
                <a:cs typeface="DejaVu Sans"/>
              </a:defRPr>
            </a:pPr>
            <a:r>
              <a:rPr sz="2250" b="0">
                <a:solidFill>
                  <a:srgbClr val="123E4F"/>
                </a:solidFill>
                <a:latin typeface="DejaVu Sans"/>
                <a:ea typeface="DejaVu Sans"/>
                <a:cs typeface="DejaVu Sans"/>
              </a:rPr>
              <a:t>Score: 3 of 3.”</a:t>
            </a:r>
          </a:p>
        </p:txBody>
      </p:sp>
      <p:sp>
        <p:nvSpPr>
          <p:cNvPr id="11" name="task">
            <a:extLst xmlns:a="http://schemas.openxmlformats.org/drawingml/2006/main">
              <a:ext uri="{FF2B5EF4-FFF2-40B4-BE49-F238E27FC236}">
                <a16:creationId xmlns:a16="http://schemas.microsoft.com/office/drawing/2014/main" id="{51DEE7F4-8F8D-419D-8609-EA342B00FCE4}"/>
              </a:ext>
            </a:extLst>
          </p:cNvPr>
          <p:cNvSpPr>
            <a:spLocks xmlns:a="http://schemas.openxmlformats.org/drawingml/2006/main" noGrp="1"/>
          </p:cNvSpPr>
          <p:nvPr/>
        </p:nvSpPr>
        <p:spPr>
          <a:xfrm xmlns:a="http://schemas.openxmlformats.org/drawingml/2006/main">
            <a:off x="609600" y="5324475"/>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1">
                <a:solidFill>
                  <a:srgbClr val="123E4F"/>
                </a:solidFill>
                <a:latin typeface="DejaVu Sans"/>
                <a:ea typeface="DejaVu Sans"/>
                <a:cs typeface="DejaVu Sans"/>
              </a:defRPr>
            </a:defPPr>
            <a:lvl1pPr>
              <a:defRPr sz="2025" b="1">
                <a:solidFill>
                  <a:srgbClr val="123E4F"/>
                </a:solidFill>
                <a:latin typeface="DejaVu Sans"/>
                <a:ea typeface="DejaVu Sans"/>
                <a:cs typeface="DejaVu Sans"/>
              </a:defRPr>
            </a:lvl1pPr>
            <a:lvl2pPr>
              <a:defRPr sz="2025" b="1">
                <a:solidFill>
                  <a:srgbClr val="123E4F"/>
                </a:solidFill>
                <a:latin typeface="DejaVu Sans"/>
                <a:ea typeface="DejaVu Sans"/>
                <a:cs typeface="DejaVu Sans"/>
              </a:defRPr>
            </a:lvl2pPr>
            <a:lvl3pPr>
              <a:defRPr sz="2025" b="1">
                <a:solidFill>
                  <a:srgbClr val="123E4F"/>
                </a:solidFill>
                <a:latin typeface="DejaVu Sans"/>
                <a:ea typeface="DejaVu Sans"/>
                <a:cs typeface="DejaVu Sans"/>
              </a:defRPr>
            </a:lvl3pPr>
            <a:lvl4pPr>
              <a:defRPr sz="2025" b="1">
                <a:solidFill>
                  <a:srgbClr val="123E4F"/>
                </a:solidFill>
                <a:latin typeface="DejaVu Sans"/>
                <a:ea typeface="DejaVu Sans"/>
                <a:cs typeface="DejaVu Sans"/>
              </a:defRPr>
            </a:lvl4pPr>
            <a:lvl5pPr>
              <a:defRPr sz="2025" b="1">
                <a:solidFill>
                  <a:srgbClr val="123E4F"/>
                </a:solidFill>
                <a:latin typeface="DejaVu Sans"/>
                <a:ea typeface="DejaVu Sans"/>
                <a:cs typeface="DejaVu Sans"/>
              </a:defRPr>
            </a:lvl5pPr>
            <a:lvl6pPr>
              <a:defRPr sz="2025" b="1">
                <a:solidFill>
                  <a:srgbClr val="123E4F"/>
                </a:solidFill>
                <a:latin typeface="DejaVu Sans"/>
                <a:ea typeface="DejaVu Sans"/>
                <a:cs typeface="DejaVu Sans"/>
              </a:defRPr>
            </a:lvl6pPr>
            <a:lvl7pPr>
              <a:defRPr sz="2025" b="1">
                <a:solidFill>
                  <a:srgbClr val="123E4F"/>
                </a:solidFill>
                <a:latin typeface="DejaVu Sans"/>
                <a:ea typeface="DejaVu Sans"/>
                <a:cs typeface="DejaVu Sans"/>
              </a:defRPr>
            </a:lvl7pPr>
            <a:lvl8pPr>
              <a:defRPr sz="2025" b="1">
                <a:solidFill>
                  <a:srgbClr val="123E4F"/>
                </a:solidFill>
                <a:latin typeface="DejaVu Sans"/>
                <a:ea typeface="DejaVu Sans"/>
                <a:cs typeface="DejaVu Sans"/>
              </a:defRPr>
            </a:lvl8pPr>
            <a:lvl9pPr>
              <a:defRPr sz="2025" b="1">
                <a:solidFill>
                  <a:srgbClr val="123E4F"/>
                </a:solidFill>
                <a:latin typeface="DejaVu Sans"/>
                <a:ea typeface="DejaVu Sans"/>
                <a:cs typeface="DejaVu Sans"/>
              </a:defRPr>
            </a:lvl9pPr>
          </a:lstStyle>
          <a:p xmlns:a="http://schemas.openxmlformats.org/drawingml/2006/main">
            <a:pPr>
              <a:defRPr sz="2025" b="1">
                <a:solidFill>
                  <a:srgbClr val="123E4F"/>
                </a:solidFill>
                <a:latin typeface="DejaVu Sans"/>
                <a:ea typeface="DejaVu Sans"/>
                <a:cs typeface="DejaVu Sans"/>
              </a:defRPr>
            </a:pPr>
            <a:r>
              <a:rPr sz="2025" b="1">
                <a:solidFill>
                  <a:srgbClr val="123E4F"/>
                </a:solidFill>
                <a:latin typeface="DejaVu Sans"/>
                <a:ea typeface="DejaVu Sans"/>
                <a:cs typeface="DejaVu Sans"/>
              </a:rPr>
              <a:t>Mark supported claims. Rewrite the summary. Choose an anchor.</a:t>
            </a:r>
          </a:p>
        </p:txBody>
      </p:sp>
    </p:spTree>
    <p:extLst>
      <p:ext uri="{BB962C8B-B14F-4D97-AF65-F5344CB8AC3E}">
        <p14:creationId xmlns:p14="http://schemas.microsoft.com/office/powerpoint/2010/main" val="9806649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1CD9F4E-C521-43AE-AAE2-8D7FC02DC80C}"/>
              </a:ext>
            </a:extLst>
          </p:cNvPr>
          <p:cNvPicPr>
            <a:picLocks xmlns:a="http://schemas.openxmlformats.org/drawingml/2006/main" noChangeAspect="1"/>
          </p:cNvPicPr>
          <p:nvPr/>
        </p:nvPicPr>
        <p:blipFill>
          <a:blip xmlns:r="http://schemas.openxmlformats.org/officeDocument/2006/relationships" xmlns:a="http://schemas.openxmlformats.org/drawingml/2006/main" r:embed="Rba595304e2d64318"/>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FD4DF7B7-A7A2-4B18-8C9E-D2E8B9B4738F}"/>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reviewable handoff</a:t>
            </a:r>
          </a:p>
        </p:txBody>
      </p:sp>
      <p:sp>
        <p:nvSpPr>
          <p:cNvPr id="4" name="subtitle">
            <a:extLst xmlns:a="http://schemas.openxmlformats.org/drawingml/2006/main">
              <a:ext uri="{FF2B5EF4-FFF2-40B4-BE49-F238E27FC236}">
                <a16:creationId xmlns:a16="http://schemas.microsoft.com/office/drawing/2014/main" id="{3D0F7684-7373-48FC-9105-02E95EB25F04}"/>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Fictional A17 after a person checks the source</a:t>
            </a:r>
          </a:p>
        </p:txBody>
      </p:sp>
      <p:sp>
        <p:nvSpPr>
          <p:cNvPr id="5" name="slide-number">
            <a:extLst xmlns:a="http://schemas.openxmlformats.org/drawingml/2006/main">
              <a:ext uri="{FF2B5EF4-FFF2-40B4-BE49-F238E27FC236}">
                <a16:creationId xmlns:a16="http://schemas.microsoft.com/office/drawing/2014/main" id="{4C0EA9B2-A43C-4665-A44B-1921726BC29C}"/>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10</a:t>
            </a:r>
          </a:p>
        </p:txBody>
      </p:sp>
      <p:graphicFrame>
        <p:nvGraphicFramePr>
          <p:cNvPr id="6" name="">
            <a:extLst xmlns:a="http://schemas.openxmlformats.org/drawingml/2006/main">
              <a:ext uri="{FF2B5EF4-FFF2-40B4-BE49-F238E27FC236}">
                <a16:creationId xmlns:a16="http://schemas.microsoft.com/office/drawing/2014/main" id="{B83CF85B-9C4D-43E5-9B56-D82278DB4915}"/>
              </a:ext>
            </a:extLst>
          </p:cNvPr>
          <p:cNvGraphicFramePr/>
          <p:nvPr/>
        </p:nvGraphicFramePr>
        <p:xfrm>
          <a:off xmlns:a="http://schemas.openxmlformats.org/drawingml/2006/main" x="4391025" y="2228850"/>
          <a:ext xmlns:a="http://schemas.openxmlformats.org/drawingml/2006/main" cx="7191375" cy="3390900"/>
        </p:xfrm>
        <a:graphic xmlns:a="http://schemas.openxmlformats.org/drawingml/2006/main">
          <a:graphicData uri="http://schemas.openxmlformats.org/drawingml/2006/table">
            <a:tbl>
              <a:tblPr/>
              <a:tblGrid>
                <a:gridCol w="1905000"/>
                <a:gridCol w="5286375"/>
              </a:tblGrid>
              <a:tr h="476250">
                <a:tc>
                  <a:txBody>
                    <a:bodyPr wrap="square" lIns="133350" tIns="95250" rIns="133350" bIns="95250"/>
                    <a:lstStyle/>
                    <a:p>
                      <a:r>
                        <a:rPr sz="1500" b="1">
                          <a:solidFill>
                            <a:srgbClr val="FFFFFF"/>
                          </a:solidFill>
                          <a:latin typeface="DejaVu Sans"/>
                          <a:ea typeface="DejaVu Sans"/>
                          <a:cs typeface="DejaVu Sans"/>
                        </a:rPr>
                        <a:t>FIELD</a:t>
                      </a:r>
                    </a:p>
                  </a:txBody>
                  <a:tcPr marL="91440" marR="91440" marT="45720" marB="45720" anchor="ctr">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Checked record</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r>
              <a:tr h="971550">
                <a:tc>
                  <a:txBody>
                    <a:bodyPr wrap="square" lIns="133350" tIns="95250" rIns="133350" bIns="95250"/>
                    <a:lstStyle/>
                    <a:p>
                      <a:r>
                        <a:rPr sz="1800" b="0">
                          <a:solidFill>
                            <a:srgbClr val="123E4F"/>
                          </a:solidFill>
                          <a:latin typeface="DejaVu Sans"/>
                          <a:ea typeface="DejaVu Sans"/>
                          <a:cs typeface="DejaVu Sans"/>
                        </a:rPr>
                        <a:t>Evidence</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00" b="0">
                          <a:solidFill>
                            <a:srgbClr val="123E4F"/>
                          </a:solidFill>
                          <a:latin typeface="DejaVu Sans"/>
                          <a:ea typeface="DejaVu Sans"/>
                          <a:cs typeface="DejaVu Sans"/>
                        </a:rPr>
                        <a:t>“organized 12 weekend tutoring sessions”</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971550">
                <a:tc>
                  <a:txBody>
                    <a:bodyPr wrap="square" lIns="133350" tIns="95250" rIns="133350" bIns="95250"/>
                    <a:lstStyle/>
                    <a:p>
                      <a:r>
                        <a:rPr sz="1800" b="0">
                          <a:solidFill>
                            <a:srgbClr val="123E4F"/>
                          </a:solidFill>
                          <a:latin typeface="DejaVu Sans"/>
                          <a:ea typeface="DejaVu Sans"/>
                          <a:cs typeface="DejaVu Sans"/>
                        </a:rPr>
                        <a:t>Source</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800" b="0">
                          <a:solidFill>
                            <a:srgbClr val="123E4F"/>
                          </a:solidFill>
                          <a:latin typeface="DejaVu Sans"/>
                          <a:ea typeface="DejaVu Sans"/>
                          <a:cs typeface="DejaVu Sans"/>
                        </a:rPr>
                        <a:t>A17, paragraph 2</a:t>
                      </a:r>
                    </a:p>
                    <a:p>
                      <a:r>
                        <a:rPr sz="1800" b="0">
                          <a:solidFill>
                            <a:srgbClr val="123E4F"/>
                          </a:solidFill>
                          <a:latin typeface="DejaVu Sans"/>
                          <a:ea typeface="DejaVu Sans"/>
                          <a:cs typeface="DejaVu Sans"/>
                        </a:rPr>
                        <a:t>Applicant-reported statement</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r h="971550">
                <a:tc>
                  <a:txBody>
                    <a:bodyPr wrap="square" lIns="133350" tIns="95250" rIns="133350" bIns="95250"/>
                    <a:lstStyle/>
                    <a:p>
                      <a:r>
                        <a:rPr sz="1800" b="0">
                          <a:solidFill>
                            <a:srgbClr val="123E4F"/>
                          </a:solidFill>
                          <a:latin typeface="DejaVu Sans"/>
                          <a:ea typeface="DejaVu Sans"/>
                          <a:cs typeface="DejaVu Sans"/>
                        </a:rPr>
                        <a:t>Open question</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00" b="0">
                          <a:solidFill>
                            <a:srgbClr val="123E4F"/>
                          </a:solidFill>
                          <a:latin typeface="DejaVu Sans"/>
                          <a:ea typeface="DejaVu Sans"/>
                          <a:cs typeface="DejaVu Sans"/>
                        </a:rPr>
                        <a:t>What evidence shows the outcome of the sessions?</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bl>
          </a:graphicData>
        </a:graphic>
      </p:graphicFrame>
      <p:pic>
        <p:nvPicPr>
          <p:cNvPr id="7" name="">
            <a:extLst xmlns:a="http://schemas.openxmlformats.org/drawingml/2006/main">
              <a:ext uri="{FF2B5EF4-FFF2-40B4-BE49-F238E27FC236}">
                <a16:creationId xmlns:a16="http://schemas.microsoft.com/office/drawing/2014/main" id="{398E4F83-D827-4BE7-9217-6612DD292AAF}"/>
              </a:ext>
            </a:extLst>
          </p:cNvPr>
          <p:cNvPicPr>
            <a:picLocks xmlns:a="http://schemas.openxmlformats.org/drawingml/2006/main" noChangeAspect="1"/>
          </p:cNvPicPr>
          <p:nvPr/>
        </p:nvPicPr>
        <p:blipFill>
          <a:blip xmlns:r="http://schemas.openxmlformats.org/officeDocument/2006/relationships" xmlns:a="http://schemas.openxmlformats.org/drawingml/2006/main" r:embed="R85aa5a05d2d4458a"/>
          <a:stretch xmlns:a="http://schemas.openxmlformats.org/drawingml/2006/main"/>
        </p:blipFill>
        <p:spPr>
          <a:xfrm xmlns:a="http://schemas.openxmlformats.org/drawingml/2006/main">
            <a:off x="800100" y="2171700"/>
            <a:ext cx="2952750" cy="2952750"/>
          </a:xfrm>
          <a:prstGeom xmlns:a="http://schemas.openxmlformats.org/drawingml/2006/main" prst="rect">
            <a:avLst/>
          </a:prstGeom>
        </p:spPr>
      </p:pic>
      <p:sp>
        <p:nvSpPr>
          <p:cNvPr id="8" name="verified-score">
            <a:extLst xmlns:a="http://schemas.openxmlformats.org/drawingml/2006/main">
              <a:ext uri="{FF2B5EF4-FFF2-40B4-BE49-F238E27FC236}">
                <a16:creationId xmlns:a16="http://schemas.microsoft.com/office/drawing/2014/main" id="{B9163122-6207-4540-B328-220E6B3D732D}"/>
              </a:ext>
            </a:extLst>
          </p:cNvPr>
          <p:cNvSpPr>
            <a:spLocks xmlns:a="http://schemas.openxmlformats.org/drawingml/2006/main" noGrp="1"/>
          </p:cNvSpPr>
          <p:nvPr/>
        </p:nvSpPr>
        <p:spPr>
          <a:xfrm xmlns:a="http://schemas.openxmlformats.org/drawingml/2006/main">
            <a:off x="609600" y="5181600"/>
            <a:ext cx="15240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025" b="1">
                <a:solidFill>
                  <a:srgbClr val="007D87"/>
                </a:solidFill>
                <a:latin typeface="DejaVu Sans"/>
                <a:ea typeface="DejaVu Sans"/>
                <a:cs typeface="DejaVu Sans"/>
              </a:defRPr>
            </a:defPPr>
            <a:lvl1pPr>
              <a:defRPr sz="5025" b="1">
                <a:solidFill>
                  <a:srgbClr val="007D87"/>
                </a:solidFill>
                <a:latin typeface="DejaVu Sans"/>
                <a:ea typeface="DejaVu Sans"/>
                <a:cs typeface="DejaVu Sans"/>
              </a:defRPr>
            </a:lvl1pPr>
            <a:lvl2pPr>
              <a:defRPr sz="5025" b="1">
                <a:solidFill>
                  <a:srgbClr val="007D87"/>
                </a:solidFill>
                <a:latin typeface="DejaVu Sans"/>
                <a:ea typeface="DejaVu Sans"/>
                <a:cs typeface="DejaVu Sans"/>
              </a:defRPr>
            </a:lvl2pPr>
            <a:lvl3pPr>
              <a:defRPr sz="5025" b="1">
                <a:solidFill>
                  <a:srgbClr val="007D87"/>
                </a:solidFill>
                <a:latin typeface="DejaVu Sans"/>
                <a:ea typeface="DejaVu Sans"/>
                <a:cs typeface="DejaVu Sans"/>
              </a:defRPr>
            </a:lvl3pPr>
            <a:lvl4pPr>
              <a:defRPr sz="5025" b="1">
                <a:solidFill>
                  <a:srgbClr val="007D87"/>
                </a:solidFill>
                <a:latin typeface="DejaVu Sans"/>
                <a:ea typeface="DejaVu Sans"/>
                <a:cs typeface="DejaVu Sans"/>
              </a:defRPr>
            </a:lvl4pPr>
            <a:lvl5pPr>
              <a:defRPr sz="5025" b="1">
                <a:solidFill>
                  <a:srgbClr val="007D87"/>
                </a:solidFill>
                <a:latin typeface="DejaVu Sans"/>
                <a:ea typeface="DejaVu Sans"/>
                <a:cs typeface="DejaVu Sans"/>
              </a:defRPr>
            </a:lvl5pPr>
            <a:lvl6pPr>
              <a:defRPr sz="5025" b="1">
                <a:solidFill>
                  <a:srgbClr val="007D87"/>
                </a:solidFill>
                <a:latin typeface="DejaVu Sans"/>
                <a:ea typeface="DejaVu Sans"/>
                <a:cs typeface="DejaVu Sans"/>
              </a:defRPr>
            </a:lvl6pPr>
            <a:lvl7pPr>
              <a:defRPr sz="5025" b="1">
                <a:solidFill>
                  <a:srgbClr val="007D87"/>
                </a:solidFill>
                <a:latin typeface="DejaVu Sans"/>
                <a:ea typeface="DejaVu Sans"/>
                <a:cs typeface="DejaVu Sans"/>
              </a:defRPr>
            </a:lvl7pPr>
            <a:lvl8pPr>
              <a:defRPr sz="5025" b="1">
                <a:solidFill>
                  <a:srgbClr val="007D87"/>
                </a:solidFill>
                <a:latin typeface="DejaVu Sans"/>
                <a:ea typeface="DejaVu Sans"/>
                <a:cs typeface="DejaVu Sans"/>
              </a:defRPr>
            </a:lvl8pPr>
            <a:lvl9pPr>
              <a:defRPr sz="5025" b="1">
                <a:solidFill>
                  <a:srgbClr val="007D87"/>
                </a:solidFill>
                <a:latin typeface="DejaVu Sans"/>
                <a:ea typeface="DejaVu Sans"/>
                <a:cs typeface="DejaVu Sans"/>
              </a:defRPr>
            </a:lvl9pPr>
          </a:lstStyle>
          <a:p xmlns:a="http://schemas.openxmlformats.org/drawingml/2006/main">
            <a:pPr>
              <a:defRPr sz="5025" b="1">
                <a:solidFill>
                  <a:srgbClr val="007D87"/>
                </a:solidFill>
                <a:latin typeface="DejaVu Sans"/>
                <a:ea typeface="DejaVu Sans"/>
                <a:cs typeface="DejaVu Sans"/>
              </a:defRPr>
            </a:pPr>
            <a:r>
              <a:rPr sz="5025" b="1">
                <a:solidFill>
                  <a:srgbClr val="007D87"/>
                </a:solidFill>
                <a:latin typeface="DejaVu Sans"/>
                <a:ea typeface="DejaVu Sans"/>
                <a:cs typeface="DejaVu Sans"/>
              </a:rPr>
              <a:t>2/3</a:t>
            </a:r>
          </a:p>
        </p:txBody>
      </p:sp>
      <p:sp>
        <p:nvSpPr>
          <p:cNvPr id="9" name="verified-caption">
            <a:extLst xmlns:a="http://schemas.openxmlformats.org/drawingml/2006/main">
              <a:ext uri="{FF2B5EF4-FFF2-40B4-BE49-F238E27FC236}">
                <a16:creationId xmlns:a16="http://schemas.microsoft.com/office/drawing/2014/main" id="{E6B3D131-A602-471B-A9FA-64370428836B}"/>
              </a:ext>
            </a:extLst>
          </p:cNvPr>
          <p:cNvSpPr>
            <a:spLocks xmlns:a="http://schemas.openxmlformats.org/drawingml/2006/main" noGrp="1"/>
          </p:cNvSpPr>
          <p:nvPr/>
        </p:nvSpPr>
        <p:spPr>
          <a:xfrm xmlns:a="http://schemas.openxmlformats.org/drawingml/2006/main">
            <a:off x="2200275" y="5353050"/>
            <a:ext cx="19716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23E4F"/>
                </a:solidFill>
                <a:latin typeface="DejaVu Sans"/>
                <a:ea typeface="DejaVu Sans"/>
                <a:cs typeface="DejaVu Sans"/>
              </a:defRPr>
            </a:defPPr>
            <a:lvl1pPr>
              <a:defRPr sz="1650" b="0">
                <a:solidFill>
                  <a:srgbClr val="123E4F"/>
                </a:solidFill>
                <a:latin typeface="DejaVu Sans"/>
                <a:ea typeface="DejaVu Sans"/>
                <a:cs typeface="DejaVu Sans"/>
              </a:defRPr>
            </a:lvl1pPr>
            <a:lvl2pPr>
              <a:defRPr sz="1650" b="0">
                <a:solidFill>
                  <a:srgbClr val="123E4F"/>
                </a:solidFill>
                <a:latin typeface="DejaVu Sans"/>
                <a:ea typeface="DejaVu Sans"/>
                <a:cs typeface="DejaVu Sans"/>
              </a:defRPr>
            </a:lvl2pPr>
            <a:lvl3pPr>
              <a:defRPr sz="1650" b="0">
                <a:solidFill>
                  <a:srgbClr val="123E4F"/>
                </a:solidFill>
                <a:latin typeface="DejaVu Sans"/>
                <a:ea typeface="DejaVu Sans"/>
                <a:cs typeface="DejaVu Sans"/>
              </a:defRPr>
            </a:lvl3pPr>
            <a:lvl4pPr>
              <a:defRPr sz="1650" b="0">
                <a:solidFill>
                  <a:srgbClr val="123E4F"/>
                </a:solidFill>
                <a:latin typeface="DejaVu Sans"/>
                <a:ea typeface="DejaVu Sans"/>
                <a:cs typeface="DejaVu Sans"/>
              </a:defRPr>
            </a:lvl4pPr>
            <a:lvl5pPr>
              <a:defRPr sz="1650" b="0">
                <a:solidFill>
                  <a:srgbClr val="123E4F"/>
                </a:solidFill>
                <a:latin typeface="DejaVu Sans"/>
                <a:ea typeface="DejaVu Sans"/>
                <a:cs typeface="DejaVu Sans"/>
              </a:defRPr>
            </a:lvl5pPr>
            <a:lvl6pPr>
              <a:defRPr sz="1650" b="0">
                <a:solidFill>
                  <a:srgbClr val="123E4F"/>
                </a:solidFill>
                <a:latin typeface="DejaVu Sans"/>
                <a:ea typeface="DejaVu Sans"/>
                <a:cs typeface="DejaVu Sans"/>
              </a:defRPr>
            </a:lvl6pPr>
            <a:lvl7pPr>
              <a:defRPr sz="1650" b="0">
                <a:solidFill>
                  <a:srgbClr val="123E4F"/>
                </a:solidFill>
                <a:latin typeface="DejaVu Sans"/>
                <a:ea typeface="DejaVu Sans"/>
                <a:cs typeface="DejaVu Sans"/>
              </a:defRPr>
            </a:lvl7pPr>
            <a:lvl8pPr>
              <a:defRPr sz="1650" b="0">
                <a:solidFill>
                  <a:srgbClr val="123E4F"/>
                </a:solidFill>
                <a:latin typeface="DejaVu Sans"/>
                <a:ea typeface="DejaVu Sans"/>
                <a:cs typeface="DejaVu Sans"/>
              </a:defRPr>
            </a:lvl8pPr>
            <a:lvl9pPr>
              <a:defRPr sz="1650" b="0">
                <a:solidFill>
                  <a:srgbClr val="123E4F"/>
                </a:solidFill>
                <a:latin typeface="DejaVu Sans"/>
                <a:ea typeface="DejaVu Sans"/>
                <a:cs typeface="DejaVu Sans"/>
              </a:defRPr>
            </a:lvl9pPr>
          </a:lstStyle>
          <a:p xmlns:a="http://schemas.openxmlformats.org/drawingml/2006/main">
            <a:pPr>
              <a:defRPr sz="1650" b="0">
                <a:solidFill>
                  <a:srgbClr val="123E4F"/>
                </a:solidFill>
                <a:latin typeface="DejaVu Sans"/>
                <a:ea typeface="DejaVu Sans"/>
                <a:cs typeface="DejaVu Sans"/>
              </a:defRPr>
            </a:pPr>
            <a:r>
              <a:rPr sz="1650" b="0">
                <a:solidFill>
                  <a:srgbClr val="123E4F"/>
                </a:solidFill>
                <a:latin typeface="DejaVu Sans"/>
                <a:ea typeface="DejaVu Sans"/>
                <a:cs typeface="DejaVu Sans"/>
              </a:rPr>
              <a:t>Specific role</a:t>
            </a:r>
          </a:p>
          <a:p xmlns:a="http://schemas.openxmlformats.org/drawingml/2006/main">
            <a:pPr>
              <a:defRPr sz="1650" b="0">
                <a:solidFill>
                  <a:srgbClr val="123E4F"/>
                </a:solidFill>
                <a:latin typeface="DejaVu Sans"/>
                <a:ea typeface="DejaVu Sans"/>
                <a:cs typeface="DejaVu Sans"/>
              </a:defRPr>
            </a:pPr>
            <a:r>
              <a:rPr sz="1650" b="0">
                <a:solidFill>
                  <a:srgbClr val="123E4F"/>
                </a:solidFill>
                <a:latin typeface="DejaVu Sans"/>
                <a:ea typeface="DejaVu Sans"/>
                <a:cs typeface="DejaVu Sans"/>
              </a:rPr>
              <a:t>Result missing</a:t>
            </a:r>
          </a:p>
        </p:txBody>
      </p:sp>
    </p:spTree>
    <p:extLst>
      <p:ext uri="{BB962C8B-B14F-4D97-AF65-F5344CB8AC3E}">
        <p14:creationId xmlns:p14="http://schemas.microsoft.com/office/powerpoint/2010/main" val="12929784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25EE175-83FB-42F3-9F49-D908D53DF534}"/>
              </a:ext>
            </a:extLst>
          </p:cNvPr>
          <p:cNvPicPr>
            <a:picLocks xmlns:a="http://schemas.openxmlformats.org/drawingml/2006/main" noChangeAspect="1"/>
          </p:cNvPicPr>
          <p:nvPr/>
        </p:nvPicPr>
        <p:blipFill>
          <a:blip xmlns:r="http://schemas.openxmlformats.org/officeDocument/2006/relationships" xmlns:a="http://schemas.openxmlformats.org/drawingml/2006/main" r:embed="R7c80de691a374ff2"/>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9E64DA6F-B8AC-4E88-B487-D0B395B68FD0}"/>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fairness calibration</a:t>
            </a:r>
          </a:p>
        </p:txBody>
      </p:sp>
      <p:sp>
        <p:nvSpPr>
          <p:cNvPr id="4" name="subtitle">
            <a:extLst xmlns:a="http://schemas.openxmlformats.org/drawingml/2006/main">
              <a:ext uri="{FF2B5EF4-FFF2-40B4-BE49-F238E27FC236}">
                <a16:creationId xmlns:a16="http://schemas.microsoft.com/office/drawing/2014/main" id="{7A7C7C75-9819-462E-A7F8-CA423720C876}"/>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Score each fictional excerpt using the same community-engagement anchors.</a:t>
            </a:r>
          </a:p>
        </p:txBody>
      </p:sp>
      <p:sp>
        <p:nvSpPr>
          <p:cNvPr id="5" name="slide-number">
            <a:extLst xmlns:a="http://schemas.openxmlformats.org/drawingml/2006/main">
              <a:ext uri="{FF2B5EF4-FFF2-40B4-BE49-F238E27FC236}">
                <a16:creationId xmlns:a16="http://schemas.microsoft.com/office/drawing/2014/main" id="{24B3E5FA-DBFA-4B07-B28B-1BCAAF0B09C5}"/>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11</a:t>
            </a:r>
          </a:p>
        </p:txBody>
      </p:sp>
      <p:sp>
        <p:nvSpPr>
          <p:cNvPr id="6" name="activity-timing">
            <a:extLst xmlns:a="http://schemas.openxmlformats.org/drawingml/2006/main">
              <a:ext uri="{FF2B5EF4-FFF2-40B4-BE49-F238E27FC236}">
                <a16:creationId xmlns:a16="http://schemas.microsoft.com/office/drawing/2014/main" id="{D2ED06AB-9E80-4536-94BF-8757AA5FEF03}"/>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5     4 MINUTES     INDIVIDUAL, THEN PAIRS</a:t>
            </a:r>
          </a:p>
        </p:txBody>
      </p:sp>
      <p:sp>
        <p:nvSpPr>
          <p:cNvPr id="7" name="a">
            <a:extLst xmlns:a="http://schemas.openxmlformats.org/drawingml/2006/main">
              <a:ext uri="{FF2B5EF4-FFF2-40B4-BE49-F238E27FC236}">
                <a16:creationId xmlns:a16="http://schemas.microsoft.com/office/drawing/2014/main" id="{B4484DB3-A61A-41AF-8EFE-797B42892582}"/>
              </a:ext>
            </a:extLst>
          </p:cNvPr>
          <p:cNvSpPr>
            <a:spLocks xmlns:a="http://schemas.openxmlformats.org/drawingml/2006/main" noGrp="1"/>
          </p:cNvSpPr>
          <p:nvPr/>
        </p:nvSpPr>
        <p:spPr>
          <a:xfrm xmlns:a="http://schemas.openxmlformats.org/drawingml/2006/main">
            <a:off x="609600" y="2114550"/>
            <a:ext cx="95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007D87"/>
                </a:solidFill>
                <a:latin typeface="DejaVu Sans"/>
                <a:ea typeface="DejaVu Sans"/>
                <a:cs typeface="DejaVu Sans"/>
              </a:defRPr>
            </a:defPPr>
            <a:lvl1pPr>
              <a:defRPr sz="5400" b="1">
                <a:solidFill>
                  <a:srgbClr val="007D87"/>
                </a:solidFill>
                <a:latin typeface="DejaVu Sans"/>
                <a:ea typeface="DejaVu Sans"/>
                <a:cs typeface="DejaVu Sans"/>
              </a:defRPr>
            </a:lvl1pPr>
            <a:lvl2pPr>
              <a:defRPr sz="5400" b="1">
                <a:solidFill>
                  <a:srgbClr val="007D87"/>
                </a:solidFill>
                <a:latin typeface="DejaVu Sans"/>
                <a:ea typeface="DejaVu Sans"/>
                <a:cs typeface="DejaVu Sans"/>
              </a:defRPr>
            </a:lvl2pPr>
            <a:lvl3pPr>
              <a:defRPr sz="5400" b="1">
                <a:solidFill>
                  <a:srgbClr val="007D87"/>
                </a:solidFill>
                <a:latin typeface="DejaVu Sans"/>
                <a:ea typeface="DejaVu Sans"/>
                <a:cs typeface="DejaVu Sans"/>
              </a:defRPr>
            </a:lvl3pPr>
            <a:lvl4pPr>
              <a:defRPr sz="5400" b="1">
                <a:solidFill>
                  <a:srgbClr val="007D87"/>
                </a:solidFill>
                <a:latin typeface="DejaVu Sans"/>
                <a:ea typeface="DejaVu Sans"/>
                <a:cs typeface="DejaVu Sans"/>
              </a:defRPr>
            </a:lvl4pPr>
            <a:lvl5pPr>
              <a:defRPr sz="5400" b="1">
                <a:solidFill>
                  <a:srgbClr val="007D87"/>
                </a:solidFill>
                <a:latin typeface="DejaVu Sans"/>
                <a:ea typeface="DejaVu Sans"/>
                <a:cs typeface="DejaVu Sans"/>
              </a:defRPr>
            </a:lvl5pPr>
            <a:lvl6pPr>
              <a:defRPr sz="5400" b="1">
                <a:solidFill>
                  <a:srgbClr val="007D87"/>
                </a:solidFill>
                <a:latin typeface="DejaVu Sans"/>
                <a:ea typeface="DejaVu Sans"/>
                <a:cs typeface="DejaVu Sans"/>
              </a:defRPr>
            </a:lvl6pPr>
            <a:lvl7pPr>
              <a:defRPr sz="5400" b="1">
                <a:solidFill>
                  <a:srgbClr val="007D87"/>
                </a:solidFill>
                <a:latin typeface="DejaVu Sans"/>
                <a:ea typeface="DejaVu Sans"/>
                <a:cs typeface="DejaVu Sans"/>
              </a:defRPr>
            </a:lvl7pPr>
            <a:lvl8pPr>
              <a:defRPr sz="5400" b="1">
                <a:solidFill>
                  <a:srgbClr val="007D87"/>
                </a:solidFill>
                <a:latin typeface="DejaVu Sans"/>
                <a:ea typeface="DejaVu Sans"/>
                <a:cs typeface="DejaVu Sans"/>
              </a:defRPr>
            </a:lvl8pPr>
            <a:lvl9pPr>
              <a:defRPr sz="5400" b="1">
                <a:solidFill>
                  <a:srgbClr val="007D87"/>
                </a:solidFill>
                <a:latin typeface="DejaVu Sans"/>
                <a:ea typeface="DejaVu Sans"/>
                <a:cs typeface="DejaVu Sans"/>
              </a:defRPr>
            </a:lvl9pPr>
          </a:lstStyle>
          <a:p xmlns:a="http://schemas.openxmlformats.org/drawingml/2006/main">
            <a:pPr>
              <a:defRPr sz="5400" b="1">
                <a:solidFill>
                  <a:srgbClr val="007D87"/>
                </a:solidFill>
                <a:latin typeface="DejaVu Sans"/>
                <a:ea typeface="DejaVu Sans"/>
                <a:cs typeface="DejaVu Sans"/>
              </a:defRPr>
            </a:pPr>
            <a:r>
              <a:rPr sz="5400" b="1">
                <a:solidFill>
                  <a:srgbClr val="007D87"/>
                </a:solidFill>
                <a:latin typeface="DejaVu Sans"/>
                <a:ea typeface="DejaVu Sans"/>
                <a:cs typeface="DejaVu Sans"/>
              </a:rPr>
              <a:t>A</a:t>
            </a:r>
          </a:p>
        </p:txBody>
      </p:sp>
      <p:sp>
        <p:nvSpPr>
          <p:cNvPr id="8" name="atext">
            <a:extLst xmlns:a="http://schemas.openxmlformats.org/drawingml/2006/main">
              <a:ext uri="{FF2B5EF4-FFF2-40B4-BE49-F238E27FC236}">
                <a16:creationId xmlns:a16="http://schemas.microsoft.com/office/drawing/2014/main" id="{D41FD30E-2AC5-4EBF-98AD-6E73C04E0206}"/>
              </a:ext>
            </a:extLst>
          </p:cNvPr>
          <p:cNvSpPr>
            <a:spLocks xmlns:a="http://schemas.openxmlformats.org/drawingml/2006/main" noGrp="1"/>
          </p:cNvSpPr>
          <p:nvPr/>
        </p:nvSpPr>
        <p:spPr>
          <a:xfrm xmlns:a="http://schemas.openxmlformats.org/drawingml/2006/main">
            <a:off x="1752600" y="2276475"/>
            <a:ext cx="4095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0">
                <a:solidFill>
                  <a:srgbClr val="123E4F"/>
                </a:solidFill>
                <a:latin typeface="DejaVu Sans"/>
                <a:ea typeface="DejaVu Sans"/>
                <a:cs typeface="DejaVu Sans"/>
              </a:defRPr>
            </a:defPPr>
            <a:lvl1pPr>
              <a:defRPr sz="2100" b="0">
                <a:solidFill>
                  <a:srgbClr val="123E4F"/>
                </a:solidFill>
                <a:latin typeface="DejaVu Sans"/>
                <a:ea typeface="DejaVu Sans"/>
                <a:cs typeface="DejaVu Sans"/>
              </a:defRPr>
            </a:lvl1pPr>
            <a:lvl2pPr>
              <a:defRPr sz="2100" b="0">
                <a:solidFill>
                  <a:srgbClr val="123E4F"/>
                </a:solidFill>
                <a:latin typeface="DejaVu Sans"/>
                <a:ea typeface="DejaVu Sans"/>
                <a:cs typeface="DejaVu Sans"/>
              </a:defRPr>
            </a:lvl2pPr>
            <a:lvl3pPr>
              <a:defRPr sz="2100" b="0">
                <a:solidFill>
                  <a:srgbClr val="123E4F"/>
                </a:solidFill>
                <a:latin typeface="DejaVu Sans"/>
                <a:ea typeface="DejaVu Sans"/>
                <a:cs typeface="DejaVu Sans"/>
              </a:defRPr>
            </a:lvl3pPr>
            <a:lvl4pPr>
              <a:defRPr sz="2100" b="0">
                <a:solidFill>
                  <a:srgbClr val="123E4F"/>
                </a:solidFill>
                <a:latin typeface="DejaVu Sans"/>
                <a:ea typeface="DejaVu Sans"/>
                <a:cs typeface="DejaVu Sans"/>
              </a:defRPr>
            </a:lvl4pPr>
            <a:lvl5pPr>
              <a:defRPr sz="2100" b="0">
                <a:solidFill>
                  <a:srgbClr val="123E4F"/>
                </a:solidFill>
                <a:latin typeface="DejaVu Sans"/>
                <a:ea typeface="DejaVu Sans"/>
                <a:cs typeface="DejaVu Sans"/>
              </a:defRPr>
            </a:lvl5pPr>
            <a:lvl6pPr>
              <a:defRPr sz="2100" b="0">
                <a:solidFill>
                  <a:srgbClr val="123E4F"/>
                </a:solidFill>
                <a:latin typeface="DejaVu Sans"/>
                <a:ea typeface="DejaVu Sans"/>
                <a:cs typeface="DejaVu Sans"/>
              </a:defRPr>
            </a:lvl6pPr>
            <a:lvl7pPr>
              <a:defRPr sz="2100" b="0">
                <a:solidFill>
                  <a:srgbClr val="123E4F"/>
                </a:solidFill>
                <a:latin typeface="DejaVu Sans"/>
                <a:ea typeface="DejaVu Sans"/>
                <a:cs typeface="DejaVu Sans"/>
              </a:defRPr>
            </a:lvl7pPr>
            <a:lvl8pPr>
              <a:defRPr sz="2100" b="0">
                <a:solidFill>
                  <a:srgbClr val="123E4F"/>
                </a:solidFill>
                <a:latin typeface="DejaVu Sans"/>
                <a:ea typeface="DejaVu Sans"/>
                <a:cs typeface="DejaVu Sans"/>
              </a:defRPr>
            </a:lvl8pPr>
            <a:lvl9pPr>
              <a:defRPr sz="2100" b="0">
                <a:solidFill>
                  <a:srgbClr val="123E4F"/>
                </a:solidFill>
                <a:latin typeface="DejaVu Sans"/>
                <a:ea typeface="DejaVu Sans"/>
                <a:cs typeface="DejaVu Sans"/>
              </a:defRPr>
            </a:lvl9pPr>
          </a:lstStyle>
          <a:p xmlns:a="http://schemas.openxmlformats.org/drawingml/2006/main">
            <a:pPr>
              <a:defRPr sz="2100" b="0">
                <a:solidFill>
                  <a:srgbClr val="123E4F"/>
                </a:solidFill>
                <a:latin typeface="DejaVu Sans"/>
                <a:ea typeface="DejaVu Sans"/>
                <a:cs typeface="DejaVu Sans"/>
              </a:defRPr>
            </a:pPr>
            <a:r>
              <a:rPr sz="2100" b="0">
                <a:solidFill>
                  <a:srgbClr val="123E4F"/>
                </a:solidFill>
                <a:latin typeface="DejaVu Sans"/>
                <a:ea typeface="DejaVu Sans"/>
                <a:cs typeface="DejaVu Sans"/>
              </a:rPr>
              <a:t>“I coordinated twelve weekend tutoring sessions for grade-six learners and recruited two volunteers.”</a:t>
            </a:r>
          </a:p>
        </p:txBody>
      </p:sp>
      <p:sp>
        <p:nvSpPr>
          <p:cNvPr id="9" name="b">
            <a:extLst xmlns:a="http://schemas.openxmlformats.org/drawingml/2006/main">
              <a:ext uri="{FF2B5EF4-FFF2-40B4-BE49-F238E27FC236}">
                <a16:creationId xmlns:a16="http://schemas.microsoft.com/office/drawing/2014/main" id="{B8092CDA-16C8-4C35-B7CB-2E0AE106A68F}"/>
              </a:ext>
            </a:extLst>
          </p:cNvPr>
          <p:cNvSpPr>
            <a:spLocks xmlns:a="http://schemas.openxmlformats.org/drawingml/2006/main" noGrp="1"/>
          </p:cNvSpPr>
          <p:nvPr/>
        </p:nvSpPr>
        <p:spPr>
          <a:xfrm xmlns:a="http://schemas.openxmlformats.org/drawingml/2006/main">
            <a:off x="6419850" y="2114550"/>
            <a:ext cx="95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D84D20"/>
                </a:solidFill>
                <a:latin typeface="DejaVu Sans"/>
                <a:ea typeface="DejaVu Sans"/>
                <a:cs typeface="DejaVu Sans"/>
              </a:defRPr>
            </a:defPPr>
            <a:lvl1pPr>
              <a:defRPr sz="5400" b="1">
                <a:solidFill>
                  <a:srgbClr val="D84D20"/>
                </a:solidFill>
                <a:latin typeface="DejaVu Sans"/>
                <a:ea typeface="DejaVu Sans"/>
                <a:cs typeface="DejaVu Sans"/>
              </a:defRPr>
            </a:lvl1pPr>
            <a:lvl2pPr>
              <a:defRPr sz="5400" b="1">
                <a:solidFill>
                  <a:srgbClr val="D84D20"/>
                </a:solidFill>
                <a:latin typeface="DejaVu Sans"/>
                <a:ea typeface="DejaVu Sans"/>
                <a:cs typeface="DejaVu Sans"/>
              </a:defRPr>
            </a:lvl2pPr>
            <a:lvl3pPr>
              <a:defRPr sz="5400" b="1">
                <a:solidFill>
                  <a:srgbClr val="D84D20"/>
                </a:solidFill>
                <a:latin typeface="DejaVu Sans"/>
                <a:ea typeface="DejaVu Sans"/>
                <a:cs typeface="DejaVu Sans"/>
              </a:defRPr>
            </a:lvl3pPr>
            <a:lvl4pPr>
              <a:defRPr sz="5400" b="1">
                <a:solidFill>
                  <a:srgbClr val="D84D20"/>
                </a:solidFill>
                <a:latin typeface="DejaVu Sans"/>
                <a:ea typeface="DejaVu Sans"/>
                <a:cs typeface="DejaVu Sans"/>
              </a:defRPr>
            </a:lvl4pPr>
            <a:lvl5pPr>
              <a:defRPr sz="5400" b="1">
                <a:solidFill>
                  <a:srgbClr val="D84D20"/>
                </a:solidFill>
                <a:latin typeface="DejaVu Sans"/>
                <a:ea typeface="DejaVu Sans"/>
                <a:cs typeface="DejaVu Sans"/>
              </a:defRPr>
            </a:lvl5pPr>
            <a:lvl6pPr>
              <a:defRPr sz="5400" b="1">
                <a:solidFill>
                  <a:srgbClr val="D84D20"/>
                </a:solidFill>
                <a:latin typeface="DejaVu Sans"/>
                <a:ea typeface="DejaVu Sans"/>
                <a:cs typeface="DejaVu Sans"/>
              </a:defRPr>
            </a:lvl6pPr>
            <a:lvl7pPr>
              <a:defRPr sz="5400" b="1">
                <a:solidFill>
                  <a:srgbClr val="D84D20"/>
                </a:solidFill>
                <a:latin typeface="DejaVu Sans"/>
                <a:ea typeface="DejaVu Sans"/>
                <a:cs typeface="DejaVu Sans"/>
              </a:defRPr>
            </a:lvl7pPr>
            <a:lvl8pPr>
              <a:defRPr sz="5400" b="1">
                <a:solidFill>
                  <a:srgbClr val="D84D20"/>
                </a:solidFill>
                <a:latin typeface="DejaVu Sans"/>
                <a:ea typeface="DejaVu Sans"/>
                <a:cs typeface="DejaVu Sans"/>
              </a:defRPr>
            </a:lvl8pPr>
            <a:lvl9pPr>
              <a:defRPr sz="5400" b="1">
                <a:solidFill>
                  <a:srgbClr val="D84D20"/>
                </a:solidFill>
                <a:latin typeface="DejaVu Sans"/>
                <a:ea typeface="DejaVu Sans"/>
                <a:cs typeface="DejaVu Sans"/>
              </a:defRPr>
            </a:lvl9pPr>
          </a:lstStyle>
          <a:p xmlns:a="http://schemas.openxmlformats.org/drawingml/2006/main">
            <a:pPr>
              <a:defRPr sz="5400" b="1">
                <a:solidFill>
                  <a:srgbClr val="D84D20"/>
                </a:solidFill>
                <a:latin typeface="DejaVu Sans"/>
                <a:ea typeface="DejaVu Sans"/>
                <a:cs typeface="DejaVu Sans"/>
              </a:defRPr>
            </a:pPr>
            <a:r>
              <a:rPr sz="5400" b="1">
                <a:solidFill>
                  <a:srgbClr val="D84D20"/>
                </a:solidFill>
                <a:latin typeface="DejaVu Sans"/>
                <a:ea typeface="DejaVu Sans"/>
                <a:cs typeface="DejaVu Sans"/>
              </a:rPr>
              <a:t>B</a:t>
            </a:r>
          </a:p>
        </p:txBody>
      </p:sp>
      <p:sp>
        <p:nvSpPr>
          <p:cNvPr id="10" name="btext">
            <a:extLst xmlns:a="http://schemas.openxmlformats.org/drawingml/2006/main">
              <a:ext uri="{FF2B5EF4-FFF2-40B4-BE49-F238E27FC236}">
                <a16:creationId xmlns:a16="http://schemas.microsoft.com/office/drawing/2014/main" id="{9B62CDC4-7708-401A-A84E-475AF17FC793}"/>
              </a:ext>
            </a:extLst>
          </p:cNvPr>
          <p:cNvSpPr>
            <a:spLocks xmlns:a="http://schemas.openxmlformats.org/drawingml/2006/main" noGrp="1"/>
          </p:cNvSpPr>
          <p:nvPr/>
        </p:nvSpPr>
        <p:spPr>
          <a:xfrm xmlns:a="http://schemas.openxmlformats.org/drawingml/2006/main">
            <a:off x="7562850" y="2276475"/>
            <a:ext cx="40195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0">
                <a:solidFill>
                  <a:srgbClr val="123E4F"/>
                </a:solidFill>
                <a:latin typeface="DejaVu Sans"/>
                <a:ea typeface="DejaVu Sans"/>
                <a:cs typeface="DejaVu Sans"/>
              </a:defRPr>
            </a:defPPr>
            <a:lvl1pPr>
              <a:defRPr sz="2100" b="0">
                <a:solidFill>
                  <a:srgbClr val="123E4F"/>
                </a:solidFill>
                <a:latin typeface="DejaVu Sans"/>
                <a:ea typeface="DejaVu Sans"/>
                <a:cs typeface="DejaVu Sans"/>
              </a:defRPr>
            </a:lvl1pPr>
            <a:lvl2pPr>
              <a:defRPr sz="2100" b="0">
                <a:solidFill>
                  <a:srgbClr val="123E4F"/>
                </a:solidFill>
                <a:latin typeface="DejaVu Sans"/>
                <a:ea typeface="DejaVu Sans"/>
                <a:cs typeface="DejaVu Sans"/>
              </a:defRPr>
            </a:lvl2pPr>
            <a:lvl3pPr>
              <a:defRPr sz="2100" b="0">
                <a:solidFill>
                  <a:srgbClr val="123E4F"/>
                </a:solidFill>
                <a:latin typeface="DejaVu Sans"/>
                <a:ea typeface="DejaVu Sans"/>
                <a:cs typeface="DejaVu Sans"/>
              </a:defRPr>
            </a:lvl3pPr>
            <a:lvl4pPr>
              <a:defRPr sz="2100" b="0">
                <a:solidFill>
                  <a:srgbClr val="123E4F"/>
                </a:solidFill>
                <a:latin typeface="DejaVu Sans"/>
                <a:ea typeface="DejaVu Sans"/>
                <a:cs typeface="DejaVu Sans"/>
              </a:defRPr>
            </a:lvl4pPr>
            <a:lvl5pPr>
              <a:defRPr sz="2100" b="0">
                <a:solidFill>
                  <a:srgbClr val="123E4F"/>
                </a:solidFill>
                <a:latin typeface="DejaVu Sans"/>
                <a:ea typeface="DejaVu Sans"/>
                <a:cs typeface="DejaVu Sans"/>
              </a:defRPr>
            </a:lvl5pPr>
            <a:lvl6pPr>
              <a:defRPr sz="2100" b="0">
                <a:solidFill>
                  <a:srgbClr val="123E4F"/>
                </a:solidFill>
                <a:latin typeface="DejaVu Sans"/>
                <a:ea typeface="DejaVu Sans"/>
                <a:cs typeface="DejaVu Sans"/>
              </a:defRPr>
            </a:lvl6pPr>
            <a:lvl7pPr>
              <a:defRPr sz="2100" b="0">
                <a:solidFill>
                  <a:srgbClr val="123E4F"/>
                </a:solidFill>
                <a:latin typeface="DejaVu Sans"/>
                <a:ea typeface="DejaVu Sans"/>
                <a:cs typeface="DejaVu Sans"/>
              </a:defRPr>
            </a:lvl7pPr>
            <a:lvl8pPr>
              <a:defRPr sz="2100" b="0">
                <a:solidFill>
                  <a:srgbClr val="123E4F"/>
                </a:solidFill>
                <a:latin typeface="DejaVu Sans"/>
                <a:ea typeface="DejaVu Sans"/>
                <a:cs typeface="DejaVu Sans"/>
              </a:defRPr>
            </a:lvl8pPr>
            <a:lvl9pPr>
              <a:defRPr sz="2100" b="0">
                <a:solidFill>
                  <a:srgbClr val="123E4F"/>
                </a:solidFill>
                <a:latin typeface="DejaVu Sans"/>
                <a:ea typeface="DejaVu Sans"/>
                <a:cs typeface="DejaVu Sans"/>
              </a:defRPr>
            </a:lvl9pPr>
          </a:lstStyle>
          <a:p xmlns:a="http://schemas.openxmlformats.org/drawingml/2006/main">
            <a:pPr>
              <a:defRPr sz="2100" b="0">
                <a:solidFill>
                  <a:srgbClr val="123E4F"/>
                </a:solidFill>
                <a:latin typeface="DejaVu Sans"/>
                <a:ea typeface="DejaVu Sans"/>
                <a:cs typeface="DejaVu Sans"/>
              </a:defRPr>
            </a:pPr>
            <a:r>
              <a:rPr sz="2100" b="0">
                <a:solidFill>
                  <a:srgbClr val="123E4F"/>
                </a:solidFill>
                <a:latin typeface="DejaVu Sans"/>
                <a:ea typeface="DejaVu Sans"/>
                <a:cs typeface="DejaVu Sans"/>
              </a:rPr>
              <a:t>“I set up 12 weekend tutoring days for sixth graders. I got two volunteers to help.”</a:t>
            </a:r>
          </a:p>
        </p:txBody>
      </p:sp>
      <p:sp>
        <p:nvSpPr>
          <p:cNvPr id="11" name="question">
            <a:extLst xmlns:a="http://schemas.openxmlformats.org/drawingml/2006/main">
              <a:ext uri="{FF2B5EF4-FFF2-40B4-BE49-F238E27FC236}">
                <a16:creationId xmlns:a16="http://schemas.microsoft.com/office/drawing/2014/main" id="{22B23AD1-FC1C-4502-AE82-BA3A2FE8467D}"/>
              </a:ext>
            </a:extLst>
          </p:cNvPr>
          <p:cNvSpPr>
            <a:spLocks xmlns:a="http://schemas.openxmlformats.org/drawingml/2006/main" noGrp="1"/>
          </p:cNvSpPr>
          <p:nvPr/>
        </p:nvSpPr>
        <p:spPr>
          <a:xfrm xmlns:a="http://schemas.openxmlformats.org/drawingml/2006/main">
            <a:off x="609600" y="52197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23E4F"/>
                </a:solidFill>
                <a:latin typeface="DejaVu Sans"/>
                <a:ea typeface="DejaVu Sans"/>
                <a:cs typeface="DejaVu Sans"/>
              </a:defRPr>
            </a:defPPr>
            <a:lvl1pPr>
              <a:defRPr sz="2100" b="1">
                <a:solidFill>
                  <a:srgbClr val="123E4F"/>
                </a:solidFill>
                <a:latin typeface="DejaVu Sans"/>
                <a:ea typeface="DejaVu Sans"/>
                <a:cs typeface="DejaVu Sans"/>
              </a:defRPr>
            </a:lvl1pPr>
            <a:lvl2pPr>
              <a:defRPr sz="2100" b="1">
                <a:solidFill>
                  <a:srgbClr val="123E4F"/>
                </a:solidFill>
                <a:latin typeface="DejaVu Sans"/>
                <a:ea typeface="DejaVu Sans"/>
                <a:cs typeface="DejaVu Sans"/>
              </a:defRPr>
            </a:lvl2pPr>
            <a:lvl3pPr>
              <a:defRPr sz="2100" b="1">
                <a:solidFill>
                  <a:srgbClr val="123E4F"/>
                </a:solidFill>
                <a:latin typeface="DejaVu Sans"/>
                <a:ea typeface="DejaVu Sans"/>
                <a:cs typeface="DejaVu Sans"/>
              </a:defRPr>
            </a:lvl3pPr>
            <a:lvl4pPr>
              <a:defRPr sz="2100" b="1">
                <a:solidFill>
                  <a:srgbClr val="123E4F"/>
                </a:solidFill>
                <a:latin typeface="DejaVu Sans"/>
                <a:ea typeface="DejaVu Sans"/>
                <a:cs typeface="DejaVu Sans"/>
              </a:defRPr>
            </a:lvl4pPr>
            <a:lvl5pPr>
              <a:defRPr sz="2100" b="1">
                <a:solidFill>
                  <a:srgbClr val="123E4F"/>
                </a:solidFill>
                <a:latin typeface="DejaVu Sans"/>
                <a:ea typeface="DejaVu Sans"/>
                <a:cs typeface="DejaVu Sans"/>
              </a:defRPr>
            </a:lvl5pPr>
            <a:lvl6pPr>
              <a:defRPr sz="2100" b="1">
                <a:solidFill>
                  <a:srgbClr val="123E4F"/>
                </a:solidFill>
                <a:latin typeface="DejaVu Sans"/>
                <a:ea typeface="DejaVu Sans"/>
                <a:cs typeface="DejaVu Sans"/>
              </a:defRPr>
            </a:lvl6pPr>
            <a:lvl7pPr>
              <a:defRPr sz="2100" b="1">
                <a:solidFill>
                  <a:srgbClr val="123E4F"/>
                </a:solidFill>
                <a:latin typeface="DejaVu Sans"/>
                <a:ea typeface="DejaVu Sans"/>
                <a:cs typeface="DejaVu Sans"/>
              </a:defRPr>
            </a:lvl7pPr>
            <a:lvl8pPr>
              <a:defRPr sz="2100" b="1">
                <a:solidFill>
                  <a:srgbClr val="123E4F"/>
                </a:solidFill>
                <a:latin typeface="DejaVu Sans"/>
                <a:ea typeface="DejaVu Sans"/>
                <a:cs typeface="DejaVu Sans"/>
              </a:defRPr>
            </a:lvl8pPr>
            <a:lvl9pPr>
              <a:defRPr sz="2100" b="1">
                <a:solidFill>
                  <a:srgbClr val="123E4F"/>
                </a:solidFill>
                <a:latin typeface="DejaVu Sans"/>
                <a:ea typeface="DejaVu Sans"/>
                <a:cs typeface="DejaVu Sans"/>
              </a:defRPr>
            </a:lvl9pPr>
          </a:lstStyle>
          <a:p xmlns:a="http://schemas.openxmlformats.org/drawingml/2006/main">
            <a:pPr>
              <a:defRPr sz="2100" b="1">
                <a:solidFill>
                  <a:srgbClr val="123E4F"/>
                </a:solidFill>
                <a:latin typeface="DejaVu Sans"/>
                <a:ea typeface="DejaVu Sans"/>
                <a:cs typeface="DejaVu Sans"/>
              </a:defRPr>
            </a:pPr>
            <a:r>
              <a:rPr sz="2100" b="1">
                <a:solidFill>
                  <a:srgbClr val="123E4F"/>
                </a:solidFill>
                <a:latin typeface="DejaVu Sans"/>
                <a:ea typeface="DejaVu Sans"/>
                <a:cs typeface="DejaVu Sans"/>
              </a:rPr>
              <a:t>Did your scores differ? Which evidence justified the difference?</a:t>
            </a:r>
          </a:p>
        </p:txBody>
      </p:sp>
    </p:spTree>
    <p:extLst>
      <p:ext uri="{BB962C8B-B14F-4D97-AF65-F5344CB8AC3E}">
        <p14:creationId xmlns:p14="http://schemas.microsoft.com/office/powerpoint/2010/main" val="13767171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3F564AD-2C6A-4909-B045-B827B5FB7B7D}"/>
              </a:ext>
            </a:extLst>
          </p:cNvPr>
          <p:cNvPicPr>
            <a:picLocks xmlns:a="http://schemas.openxmlformats.org/drawingml/2006/main" noChangeAspect="1"/>
          </p:cNvPicPr>
          <p:nvPr/>
        </p:nvPicPr>
        <p:blipFill>
          <a:blip xmlns:r="http://schemas.openxmlformats.org/officeDocument/2006/relationships" xmlns:a="http://schemas.openxmlformats.org/drawingml/2006/main" r:embed="Rd63e0a17ce6345d4"/>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86EAE44F-C34B-48B8-9470-5FD728E0DA86}"/>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The review path and its owners</a:t>
            </a:r>
          </a:p>
        </p:txBody>
      </p:sp>
      <p:sp>
        <p:nvSpPr>
          <p:cNvPr id="4" name="subtitle">
            <a:extLst xmlns:a="http://schemas.openxmlformats.org/drawingml/2006/main">
              <a:ext uri="{FF2B5EF4-FFF2-40B4-BE49-F238E27FC236}">
                <a16:creationId xmlns:a16="http://schemas.microsoft.com/office/drawing/2014/main" id="{B458C9F2-454D-4C56-9D93-95860AE5EDEB}"/>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Each handoff needs a named person who can correct it.</a:t>
            </a:r>
          </a:p>
        </p:txBody>
      </p:sp>
      <p:sp>
        <p:nvSpPr>
          <p:cNvPr id="5" name="slide-number">
            <a:extLst xmlns:a="http://schemas.openxmlformats.org/drawingml/2006/main">
              <a:ext uri="{FF2B5EF4-FFF2-40B4-BE49-F238E27FC236}">
                <a16:creationId xmlns:a16="http://schemas.microsoft.com/office/drawing/2014/main" id="{D8747654-43CE-4CE7-9424-8012C372F114}"/>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12</a:t>
            </a:r>
          </a:p>
        </p:txBody>
      </p:sp>
      <p:sp>
        <p:nvSpPr>
          <p:cNvPr id="6" name="1">
            <a:extLst xmlns:a="http://schemas.openxmlformats.org/drawingml/2006/main">
              <a:ext uri="{FF2B5EF4-FFF2-40B4-BE49-F238E27FC236}">
                <a16:creationId xmlns:a16="http://schemas.microsoft.com/office/drawing/2014/main" id="{FAB4C73C-8D15-4E52-A2DA-6C91B649CF24}"/>
              </a:ext>
            </a:extLst>
          </p:cNvPr>
          <p:cNvSpPr>
            <a:spLocks xmlns:a="http://schemas.openxmlformats.org/drawingml/2006/main" noGrp="1"/>
          </p:cNvSpPr>
          <p:nvPr/>
        </p:nvSpPr>
        <p:spPr>
          <a:xfrm xmlns:a="http://schemas.openxmlformats.org/drawingml/2006/main">
            <a:off x="609600" y="2143125"/>
            <a:ext cx="1524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007D87"/>
                </a:solidFill>
                <a:latin typeface="DejaVu Sans"/>
                <a:ea typeface="DejaVu Sans"/>
                <a:cs typeface="DejaVu Sans"/>
              </a:defRPr>
            </a:defPPr>
            <a:lvl1pPr>
              <a:defRPr sz="5400" b="1">
                <a:solidFill>
                  <a:srgbClr val="007D87"/>
                </a:solidFill>
                <a:latin typeface="DejaVu Sans"/>
                <a:ea typeface="DejaVu Sans"/>
                <a:cs typeface="DejaVu Sans"/>
              </a:defRPr>
            </a:lvl1pPr>
            <a:lvl2pPr>
              <a:defRPr sz="5400" b="1">
                <a:solidFill>
                  <a:srgbClr val="007D87"/>
                </a:solidFill>
                <a:latin typeface="DejaVu Sans"/>
                <a:ea typeface="DejaVu Sans"/>
                <a:cs typeface="DejaVu Sans"/>
              </a:defRPr>
            </a:lvl2pPr>
            <a:lvl3pPr>
              <a:defRPr sz="5400" b="1">
                <a:solidFill>
                  <a:srgbClr val="007D87"/>
                </a:solidFill>
                <a:latin typeface="DejaVu Sans"/>
                <a:ea typeface="DejaVu Sans"/>
                <a:cs typeface="DejaVu Sans"/>
              </a:defRPr>
            </a:lvl3pPr>
            <a:lvl4pPr>
              <a:defRPr sz="5400" b="1">
                <a:solidFill>
                  <a:srgbClr val="007D87"/>
                </a:solidFill>
                <a:latin typeface="DejaVu Sans"/>
                <a:ea typeface="DejaVu Sans"/>
                <a:cs typeface="DejaVu Sans"/>
              </a:defRPr>
            </a:lvl4pPr>
            <a:lvl5pPr>
              <a:defRPr sz="5400" b="1">
                <a:solidFill>
                  <a:srgbClr val="007D87"/>
                </a:solidFill>
                <a:latin typeface="DejaVu Sans"/>
                <a:ea typeface="DejaVu Sans"/>
                <a:cs typeface="DejaVu Sans"/>
              </a:defRPr>
            </a:lvl5pPr>
            <a:lvl6pPr>
              <a:defRPr sz="5400" b="1">
                <a:solidFill>
                  <a:srgbClr val="007D87"/>
                </a:solidFill>
                <a:latin typeface="DejaVu Sans"/>
                <a:ea typeface="DejaVu Sans"/>
                <a:cs typeface="DejaVu Sans"/>
              </a:defRPr>
            </a:lvl6pPr>
            <a:lvl7pPr>
              <a:defRPr sz="5400" b="1">
                <a:solidFill>
                  <a:srgbClr val="007D87"/>
                </a:solidFill>
                <a:latin typeface="DejaVu Sans"/>
                <a:ea typeface="DejaVu Sans"/>
                <a:cs typeface="DejaVu Sans"/>
              </a:defRPr>
            </a:lvl7pPr>
            <a:lvl8pPr>
              <a:defRPr sz="5400" b="1">
                <a:solidFill>
                  <a:srgbClr val="007D87"/>
                </a:solidFill>
                <a:latin typeface="DejaVu Sans"/>
                <a:ea typeface="DejaVu Sans"/>
                <a:cs typeface="DejaVu Sans"/>
              </a:defRPr>
            </a:lvl8pPr>
            <a:lvl9pPr>
              <a:defRPr sz="5400" b="1">
                <a:solidFill>
                  <a:srgbClr val="007D87"/>
                </a:solidFill>
                <a:latin typeface="DejaVu Sans"/>
                <a:ea typeface="DejaVu Sans"/>
                <a:cs typeface="DejaVu Sans"/>
              </a:defRPr>
            </a:lvl9pPr>
          </a:lstStyle>
          <a:p xmlns:a="http://schemas.openxmlformats.org/drawingml/2006/main">
            <a:pPr>
              <a:defRPr sz="5400" b="1">
                <a:solidFill>
                  <a:srgbClr val="007D87"/>
                </a:solidFill>
                <a:latin typeface="DejaVu Sans"/>
                <a:ea typeface="DejaVu Sans"/>
                <a:cs typeface="DejaVu Sans"/>
              </a:defRPr>
            </a:pPr>
            <a:r>
              <a:rPr sz="5400" b="1">
                <a:solidFill>
                  <a:srgbClr val="007D87"/>
                </a:solidFill>
                <a:latin typeface="DejaVu Sans"/>
                <a:ea typeface="DejaVu Sans"/>
                <a:cs typeface="DejaVu Sans"/>
              </a:rPr>
              <a:t>01</a:t>
            </a:r>
          </a:p>
        </p:txBody>
      </p:sp>
      <p:sp>
        <p:nvSpPr>
          <p:cNvPr id="7" name="1h">
            <a:extLst xmlns:a="http://schemas.openxmlformats.org/drawingml/2006/main">
              <a:ext uri="{FF2B5EF4-FFF2-40B4-BE49-F238E27FC236}">
                <a16:creationId xmlns:a16="http://schemas.microsoft.com/office/drawing/2014/main" id="{D503FFC4-AD10-4F6F-886F-2F358BAE3F11}"/>
              </a:ext>
            </a:extLst>
          </p:cNvPr>
          <p:cNvSpPr>
            <a:spLocks xmlns:a="http://schemas.openxmlformats.org/drawingml/2006/main" noGrp="1"/>
          </p:cNvSpPr>
          <p:nvPr/>
        </p:nvSpPr>
        <p:spPr>
          <a:xfrm xmlns:a="http://schemas.openxmlformats.org/drawingml/2006/main">
            <a:off x="2143125" y="2266950"/>
            <a:ext cx="1619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23E4F"/>
                </a:solidFill>
                <a:latin typeface="DejaVu Sans"/>
                <a:ea typeface="DejaVu Sans"/>
                <a:cs typeface="DejaVu Sans"/>
              </a:defRPr>
            </a:defPPr>
            <a:lvl1pPr>
              <a:defRPr sz="1950" b="1">
                <a:solidFill>
                  <a:srgbClr val="123E4F"/>
                </a:solidFill>
                <a:latin typeface="DejaVu Sans"/>
                <a:ea typeface="DejaVu Sans"/>
                <a:cs typeface="DejaVu Sans"/>
              </a:defRPr>
            </a:lvl1pPr>
            <a:lvl2pPr>
              <a:defRPr sz="1950" b="1">
                <a:solidFill>
                  <a:srgbClr val="123E4F"/>
                </a:solidFill>
                <a:latin typeface="DejaVu Sans"/>
                <a:ea typeface="DejaVu Sans"/>
                <a:cs typeface="DejaVu Sans"/>
              </a:defRPr>
            </a:lvl2pPr>
            <a:lvl3pPr>
              <a:defRPr sz="1950" b="1">
                <a:solidFill>
                  <a:srgbClr val="123E4F"/>
                </a:solidFill>
                <a:latin typeface="DejaVu Sans"/>
                <a:ea typeface="DejaVu Sans"/>
                <a:cs typeface="DejaVu Sans"/>
              </a:defRPr>
            </a:lvl3pPr>
            <a:lvl4pPr>
              <a:defRPr sz="1950" b="1">
                <a:solidFill>
                  <a:srgbClr val="123E4F"/>
                </a:solidFill>
                <a:latin typeface="DejaVu Sans"/>
                <a:ea typeface="DejaVu Sans"/>
                <a:cs typeface="DejaVu Sans"/>
              </a:defRPr>
            </a:lvl4pPr>
            <a:lvl5pPr>
              <a:defRPr sz="1950" b="1">
                <a:solidFill>
                  <a:srgbClr val="123E4F"/>
                </a:solidFill>
                <a:latin typeface="DejaVu Sans"/>
                <a:ea typeface="DejaVu Sans"/>
                <a:cs typeface="DejaVu Sans"/>
              </a:defRPr>
            </a:lvl5pPr>
            <a:lvl6pPr>
              <a:defRPr sz="1950" b="1">
                <a:solidFill>
                  <a:srgbClr val="123E4F"/>
                </a:solidFill>
                <a:latin typeface="DejaVu Sans"/>
                <a:ea typeface="DejaVu Sans"/>
                <a:cs typeface="DejaVu Sans"/>
              </a:defRPr>
            </a:lvl6pPr>
            <a:lvl7pPr>
              <a:defRPr sz="1950" b="1">
                <a:solidFill>
                  <a:srgbClr val="123E4F"/>
                </a:solidFill>
                <a:latin typeface="DejaVu Sans"/>
                <a:ea typeface="DejaVu Sans"/>
                <a:cs typeface="DejaVu Sans"/>
              </a:defRPr>
            </a:lvl7pPr>
            <a:lvl8pPr>
              <a:defRPr sz="1950" b="1">
                <a:solidFill>
                  <a:srgbClr val="123E4F"/>
                </a:solidFill>
                <a:latin typeface="DejaVu Sans"/>
                <a:ea typeface="DejaVu Sans"/>
                <a:cs typeface="DejaVu Sans"/>
              </a:defRPr>
            </a:lvl8pPr>
            <a:lvl9pPr>
              <a:defRPr sz="1950" b="1">
                <a:solidFill>
                  <a:srgbClr val="123E4F"/>
                </a:solidFill>
                <a:latin typeface="DejaVu Sans"/>
                <a:ea typeface="DejaVu Sans"/>
                <a:cs typeface="DejaVu Sans"/>
              </a:defRPr>
            </a:lvl9pPr>
          </a:lstStyle>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RECEIVE</a:t>
            </a:r>
          </a:p>
        </p:txBody>
      </p:sp>
      <p:sp>
        <p:nvSpPr>
          <p:cNvPr id="8" name="1d">
            <a:extLst xmlns:a="http://schemas.openxmlformats.org/drawingml/2006/main">
              <a:ext uri="{FF2B5EF4-FFF2-40B4-BE49-F238E27FC236}">
                <a16:creationId xmlns:a16="http://schemas.microsoft.com/office/drawing/2014/main" id="{1255FA7E-D4BA-407D-A9EC-2F7ECE464FA5}"/>
              </a:ext>
            </a:extLst>
          </p:cNvPr>
          <p:cNvSpPr>
            <a:spLocks xmlns:a="http://schemas.openxmlformats.org/drawingml/2006/main" noGrp="1"/>
          </p:cNvSpPr>
          <p:nvPr/>
        </p:nvSpPr>
        <p:spPr>
          <a:xfrm xmlns:a="http://schemas.openxmlformats.org/drawingml/2006/main">
            <a:off x="609600" y="3228975"/>
            <a:ext cx="32861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48636E"/>
                </a:solidFill>
                <a:latin typeface="DejaVu Sans"/>
                <a:ea typeface="DejaVu Sans"/>
                <a:cs typeface="DejaVu Sans"/>
              </a:defRPr>
            </a:defPPr>
            <a:lvl1pPr>
              <a:defRPr sz="1875" b="0">
                <a:solidFill>
                  <a:srgbClr val="48636E"/>
                </a:solidFill>
                <a:latin typeface="DejaVu Sans"/>
                <a:ea typeface="DejaVu Sans"/>
                <a:cs typeface="DejaVu Sans"/>
              </a:defRPr>
            </a:lvl1pPr>
            <a:lvl2pPr>
              <a:defRPr sz="1875" b="0">
                <a:solidFill>
                  <a:srgbClr val="48636E"/>
                </a:solidFill>
                <a:latin typeface="DejaVu Sans"/>
                <a:ea typeface="DejaVu Sans"/>
                <a:cs typeface="DejaVu Sans"/>
              </a:defRPr>
            </a:lvl2pPr>
            <a:lvl3pPr>
              <a:defRPr sz="1875" b="0">
                <a:solidFill>
                  <a:srgbClr val="48636E"/>
                </a:solidFill>
                <a:latin typeface="DejaVu Sans"/>
                <a:ea typeface="DejaVu Sans"/>
                <a:cs typeface="DejaVu Sans"/>
              </a:defRPr>
            </a:lvl3pPr>
            <a:lvl4pPr>
              <a:defRPr sz="1875" b="0">
                <a:solidFill>
                  <a:srgbClr val="48636E"/>
                </a:solidFill>
                <a:latin typeface="DejaVu Sans"/>
                <a:ea typeface="DejaVu Sans"/>
                <a:cs typeface="DejaVu Sans"/>
              </a:defRPr>
            </a:lvl4pPr>
            <a:lvl5pPr>
              <a:defRPr sz="1875" b="0">
                <a:solidFill>
                  <a:srgbClr val="48636E"/>
                </a:solidFill>
                <a:latin typeface="DejaVu Sans"/>
                <a:ea typeface="DejaVu Sans"/>
                <a:cs typeface="DejaVu Sans"/>
              </a:defRPr>
            </a:lvl5pPr>
            <a:lvl6pPr>
              <a:defRPr sz="1875" b="0">
                <a:solidFill>
                  <a:srgbClr val="48636E"/>
                </a:solidFill>
                <a:latin typeface="DejaVu Sans"/>
                <a:ea typeface="DejaVu Sans"/>
                <a:cs typeface="DejaVu Sans"/>
              </a:defRPr>
            </a:lvl6pPr>
            <a:lvl7pPr>
              <a:defRPr sz="1875" b="0">
                <a:solidFill>
                  <a:srgbClr val="48636E"/>
                </a:solidFill>
                <a:latin typeface="DejaVu Sans"/>
                <a:ea typeface="DejaVu Sans"/>
                <a:cs typeface="DejaVu Sans"/>
              </a:defRPr>
            </a:lvl7pPr>
            <a:lvl8pPr>
              <a:defRPr sz="1875" b="0">
                <a:solidFill>
                  <a:srgbClr val="48636E"/>
                </a:solidFill>
                <a:latin typeface="DejaVu Sans"/>
                <a:ea typeface="DejaVu Sans"/>
                <a:cs typeface="DejaVu Sans"/>
              </a:defRPr>
            </a:lvl8pPr>
            <a:lvl9pPr>
              <a:defRPr sz="1875" b="0">
                <a:solidFill>
                  <a:srgbClr val="48636E"/>
                </a:solidFill>
                <a:latin typeface="DejaVu Sans"/>
                <a:ea typeface="DejaVu Sans"/>
                <a:cs typeface="DejaVu Sans"/>
              </a:defRPr>
            </a:lvl9pPr>
          </a:lstStyle>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Staff check requirements</a:t>
            </a:r>
          </a:p>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and exceptions.</a:t>
            </a:r>
          </a:p>
        </p:txBody>
      </p:sp>
      <p:sp>
        <p:nvSpPr>
          <p:cNvPr id="9" name="2">
            <a:extLst xmlns:a="http://schemas.openxmlformats.org/drawingml/2006/main">
              <a:ext uri="{FF2B5EF4-FFF2-40B4-BE49-F238E27FC236}">
                <a16:creationId xmlns:a16="http://schemas.microsoft.com/office/drawing/2014/main" id="{6EF23F6A-F7EE-41BA-BB13-92984DAFAD7A}"/>
              </a:ext>
            </a:extLst>
          </p:cNvPr>
          <p:cNvSpPr>
            <a:spLocks xmlns:a="http://schemas.openxmlformats.org/drawingml/2006/main" noGrp="1"/>
          </p:cNvSpPr>
          <p:nvPr/>
        </p:nvSpPr>
        <p:spPr>
          <a:xfrm xmlns:a="http://schemas.openxmlformats.org/drawingml/2006/main">
            <a:off x="4352925" y="2143125"/>
            <a:ext cx="1524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007D87"/>
                </a:solidFill>
                <a:latin typeface="DejaVu Sans"/>
                <a:ea typeface="DejaVu Sans"/>
                <a:cs typeface="DejaVu Sans"/>
              </a:defRPr>
            </a:defPPr>
            <a:lvl1pPr>
              <a:defRPr sz="5400" b="1">
                <a:solidFill>
                  <a:srgbClr val="007D87"/>
                </a:solidFill>
                <a:latin typeface="DejaVu Sans"/>
                <a:ea typeface="DejaVu Sans"/>
                <a:cs typeface="DejaVu Sans"/>
              </a:defRPr>
            </a:lvl1pPr>
            <a:lvl2pPr>
              <a:defRPr sz="5400" b="1">
                <a:solidFill>
                  <a:srgbClr val="007D87"/>
                </a:solidFill>
                <a:latin typeface="DejaVu Sans"/>
                <a:ea typeface="DejaVu Sans"/>
                <a:cs typeface="DejaVu Sans"/>
              </a:defRPr>
            </a:lvl2pPr>
            <a:lvl3pPr>
              <a:defRPr sz="5400" b="1">
                <a:solidFill>
                  <a:srgbClr val="007D87"/>
                </a:solidFill>
                <a:latin typeface="DejaVu Sans"/>
                <a:ea typeface="DejaVu Sans"/>
                <a:cs typeface="DejaVu Sans"/>
              </a:defRPr>
            </a:lvl3pPr>
            <a:lvl4pPr>
              <a:defRPr sz="5400" b="1">
                <a:solidFill>
                  <a:srgbClr val="007D87"/>
                </a:solidFill>
                <a:latin typeface="DejaVu Sans"/>
                <a:ea typeface="DejaVu Sans"/>
                <a:cs typeface="DejaVu Sans"/>
              </a:defRPr>
            </a:lvl4pPr>
            <a:lvl5pPr>
              <a:defRPr sz="5400" b="1">
                <a:solidFill>
                  <a:srgbClr val="007D87"/>
                </a:solidFill>
                <a:latin typeface="DejaVu Sans"/>
                <a:ea typeface="DejaVu Sans"/>
                <a:cs typeface="DejaVu Sans"/>
              </a:defRPr>
            </a:lvl5pPr>
            <a:lvl6pPr>
              <a:defRPr sz="5400" b="1">
                <a:solidFill>
                  <a:srgbClr val="007D87"/>
                </a:solidFill>
                <a:latin typeface="DejaVu Sans"/>
                <a:ea typeface="DejaVu Sans"/>
                <a:cs typeface="DejaVu Sans"/>
              </a:defRPr>
            </a:lvl6pPr>
            <a:lvl7pPr>
              <a:defRPr sz="5400" b="1">
                <a:solidFill>
                  <a:srgbClr val="007D87"/>
                </a:solidFill>
                <a:latin typeface="DejaVu Sans"/>
                <a:ea typeface="DejaVu Sans"/>
                <a:cs typeface="DejaVu Sans"/>
              </a:defRPr>
            </a:lvl7pPr>
            <a:lvl8pPr>
              <a:defRPr sz="5400" b="1">
                <a:solidFill>
                  <a:srgbClr val="007D87"/>
                </a:solidFill>
                <a:latin typeface="DejaVu Sans"/>
                <a:ea typeface="DejaVu Sans"/>
                <a:cs typeface="DejaVu Sans"/>
              </a:defRPr>
            </a:lvl8pPr>
            <a:lvl9pPr>
              <a:defRPr sz="5400" b="1">
                <a:solidFill>
                  <a:srgbClr val="007D87"/>
                </a:solidFill>
                <a:latin typeface="DejaVu Sans"/>
                <a:ea typeface="DejaVu Sans"/>
                <a:cs typeface="DejaVu Sans"/>
              </a:defRPr>
            </a:lvl9pPr>
          </a:lstStyle>
          <a:p xmlns:a="http://schemas.openxmlformats.org/drawingml/2006/main">
            <a:pPr>
              <a:defRPr sz="5400" b="1">
                <a:solidFill>
                  <a:srgbClr val="007D87"/>
                </a:solidFill>
                <a:latin typeface="DejaVu Sans"/>
                <a:ea typeface="DejaVu Sans"/>
                <a:cs typeface="DejaVu Sans"/>
              </a:defRPr>
            </a:pPr>
            <a:r>
              <a:rPr sz="5400" b="1">
                <a:solidFill>
                  <a:srgbClr val="007D87"/>
                </a:solidFill>
                <a:latin typeface="DejaVu Sans"/>
                <a:ea typeface="DejaVu Sans"/>
                <a:cs typeface="DejaVu Sans"/>
              </a:rPr>
              <a:t>02</a:t>
            </a:r>
          </a:p>
        </p:txBody>
      </p:sp>
      <p:sp>
        <p:nvSpPr>
          <p:cNvPr id="10" name="2h">
            <a:extLst xmlns:a="http://schemas.openxmlformats.org/drawingml/2006/main">
              <a:ext uri="{FF2B5EF4-FFF2-40B4-BE49-F238E27FC236}">
                <a16:creationId xmlns:a16="http://schemas.microsoft.com/office/drawing/2014/main" id="{34E6E883-120D-4F9D-828B-E0B65A0CC79E}"/>
              </a:ext>
            </a:extLst>
          </p:cNvPr>
          <p:cNvSpPr>
            <a:spLocks xmlns:a="http://schemas.openxmlformats.org/drawingml/2006/main" noGrp="1"/>
          </p:cNvSpPr>
          <p:nvPr/>
        </p:nvSpPr>
        <p:spPr>
          <a:xfrm xmlns:a="http://schemas.openxmlformats.org/drawingml/2006/main">
            <a:off x="5886450" y="226695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23E4F"/>
                </a:solidFill>
                <a:latin typeface="DejaVu Sans"/>
                <a:ea typeface="DejaVu Sans"/>
                <a:cs typeface="DejaVu Sans"/>
              </a:defRPr>
            </a:defPPr>
            <a:lvl1pPr>
              <a:defRPr sz="1950" b="1">
                <a:solidFill>
                  <a:srgbClr val="123E4F"/>
                </a:solidFill>
                <a:latin typeface="DejaVu Sans"/>
                <a:ea typeface="DejaVu Sans"/>
                <a:cs typeface="DejaVu Sans"/>
              </a:defRPr>
            </a:lvl1pPr>
            <a:lvl2pPr>
              <a:defRPr sz="1950" b="1">
                <a:solidFill>
                  <a:srgbClr val="123E4F"/>
                </a:solidFill>
                <a:latin typeface="DejaVu Sans"/>
                <a:ea typeface="DejaVu Sans"/>
                <a:cs typeface="DejaVu Sans"/>
              </a:defRPr>
            </a:lvl2pPr>
            <a:lvl3pPr>
              <a:defRPr sz="1950" b="1">
                <a:solidFill>
                  <a:srgbClr val="123E4F"/>
                </a:solidFill>
                <a:latin typeface="DejaVu Sans"/>
                <a:ea typeface="DejaVu Sans"/>
                <a:cs typeface="DejaVu Sans"/>
              </a:defRPr>
            </a:lvl3pPr>
            <a:lvl4pPr>
              <a:defRPr sz="1950" b="1">
                <a:solidFill>
                  <a:srgbClr val="123E4F"/>
                </a:solidFill>
                <a:latin typeface="DejaVu Sans"/>
                <a:ea typeface="DejaVu Sans"/>
                <a:cs typeface="DejaVu Sans"/>
              </a:defRPr>
            </a:lvl4pPr>
            <a:lvl5pPr>
              <a:defRPr sz="1950" b="1">
                <a:solidFill>
                  <a:srgbClr val="123E4F"/>
                </a:solidFill>
                <a:latin typeface="DejaVu Sans"/>
                <a:ea typeface="DejaVu Sans"/>
                <a:cs typeface="DejaVu Sans"/>
              </a:defRPr>
            </a:lvl5pPr>
            <a:lvl6pPr>
              <a:defRPr sz="1950" b="1">
                <a:solidFill>
                  <a:srgbClr val="123E4F"/>
                </a:solidFill>
                <a:latin typeface="DejaVu Sans"/>
                <a:ea typeface="DejaVu Sans"/>
                <a:cs typeface="DejaVu Sans"/>
              </a:defRPr>
            </a:lvl6pPr>
            <a:lvl7pPr>
              <a:defRPr sz="1950" b="1">
                <a:solidFill>
                  <a:srgbClr val="123E4F"/>
                </a:solidFill>
                <a:latin typeface="DejaVu Sans"/>
                <a:ea typeface="DejaVu Sans"/>
                <a:cs typeface="DejaVu Sans"/>
              </a:defRPr>
            </a:lvl7pPr>
            <a:lvl8pPr>
              <a:defRPr sz="1950" b="1">
                <a:solidFill>
                  <a:srgbClr val="123E4F"/>
                </a:solidFill>
                <a:latin typeface="DejaVu Sans"/>
                <a:ea typeface="DejaVu Sans"/>
                <a:cs typeface="DejaVu Sans"/>
              </a:defRPr>
            </a:lvl8pPr>
            <a:lvl9pPr>
              <a:defRPr sz="1950" b="1">
                <a:solidFill>
                  <a:srgbClr val="123E4F"/>
                </a:solidFill>
                <a:latin typeface="DejaVu Sans"/>
                <a:ea typeface="DejaVu Sans"/>
                <a:cs typeface="DejaVu Sans"/>
              </a:defRPr>
            </a:lvl9pPr>
          </a:lstStyle>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MINIMIZE</a:t>
            </a:r>
          </a:p>
        </p:txBody>
      </p:sp>
      <p:sp>
        <p:nvSpPr>
          <p:cNvPr id="11" name="2d">
            <a:extLst xmlns:a="http://schemas.openxmlformats.org/drawingml/2006/main">
              <a:ext uri="{FF2B5EF4-FFF2-40B4-BE49-F238E27FC236}">
                <a16:creationId xmlns:a16="http://schemas.microsoft.com/office/drawing/2014/main" id="{03CF03F8-4955-41EA-B3BC-3164C9695B45}"/>
              </a:ext>
            </a:extLst>
          </p:cNvPr>
          <p:cNvSpPr>
            <a:spLocks xmlns:a="http://schemas.openxmlformats.org/drawingml/2006/main" noGrp="1"/>
          </p:cNvSpPr>
          <p:nvPr/>
        </p:nvSpPr>
        <p:spPr>
          <a:xfrm xmlns:a="http://schemas.openxmlformats.org/drawingml/2006/main">
            <a:off x="4352925" y="3228975"/>
            <a:ext cx="32861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48636E"/>
                </a:solidFill>
                <a:latin typeface="DejaVu Sans"/>
                <a:ea typeface="DejaVu Sans"/>
                <a:cs typeface="DejaVu Sans"/>
              </a:defRPr>
            </a:defPPr>
            <a:lvl1pPr>
              <a:defRPr sz="1875" b="0">
                <a:solidFill>
                  <a:srgbClr val="48636E"/>
                </a:solidFill>
                <a:latin typeface="DejaVu Sans"/>
                <a:ea typeface="DejaVu Sans"/>
                <a:cs typeface="DejaVu Sans"/>
              </a:defRPr>
            </a:lvl1pPr>
            <a:lvl2pPr>
              <a:defRPr sz="1875" b="0">
                <a:solidFill>
                  <a:srgbClr val="48636E"/>
                </a:solidFill>
                <a:latin typeface="DejaVu Sans"/>
                <a:ea typeface="DejaVu Sans"/>
                <a:cs typeface="DejaVu Sans"/>
              </a:defRPr>
            </a:lvl2pPr>
            <a:lvl3pPr>
              <a:defRPr sz="1875" b="0">
                <a:solidFill>
                  <a:srgbClr val="48636E"/>
                </a:solidFill>
                <a:latin typeface="DejaVu Sans"/>
                <a:ea typeface="DejaVu Sans"/>
                <a:cs typeface="DejaVu Sans"/>
              </a:defRPr>
            </a:lvl3pPr>
            <a:lvl4pPr>
              <a:defRPr sz="1875" b="0">
                <a:solidFill>
                  <a:srgbClr val="48636E"/>
                </a:solidFill>
                <a:latin typeface="DejaVu Sans"/>
                <a:ea typeface="DejaVu Sans"/>
                <a:cs typeface="DejaVu Sans"/>
              </a:defRPr>
            </a:lvl4pPr>
            <a:lvl5pPr>
              <a:defRPr sz="1875" b="0">
                <a:solidFill>
                  <a:srgbClr val="48636E"/>
                </a:solidFill>
                <a:latin typeface="DejaVu Sans"/>
                <a:ea typeface="DejaVu Sans"/>
                <a:cs typeface="DejaVu Sans"/>
              </a:defRPr>
            </a:lvl5pPr>
            <a:lvl6pPr>
              <a:defRPr sz="1875" b="0">
                <a:solidFill>
                  <a:srgbClr val="48636E"/>
                </a:solidFill>
                <a:latin typeface="DejaVu Sans"/>
                <a:ea typeface="DejaVu Sans"/>
                <a:cs typeface="DejaVu Sans"/>
              </a:defRPr>
            </a:lvl6pPr>
            <a:lvl7pPr>
              <a:defRPr sz="1875" b="0">
                <a:solidFill>
                  <a:srgbClr val="48636E"/>
                </a:solidFill>
                <a:latin typeface="DejaVu Sans"/>
                <a:ea typeface="DejaVu Sans"/>
                <a:cs typeface="DejaVu Sans"/>
              </a:defRPr>
            </a:lvl7pPr>
            <a:lvl8pPr>
              <a:defRPr sz="1875" b="0">
                <a:solidFill>
                  <a:srgbClr val="48636E"/>
                </a:solidFill>
                <a:latin typeface="DejaVu Sans"/>
                <a:ea typeface="DejaVu Sans"/>
                <a:cs typeface="DejaVu Sans"/>
              </a:defRPr>
            </a:lvl8pPr>
            <a:lvl9pPr>
              <a:defRPr sz="1875" b="0">
                <a:solidFill>
                  <a:srgbClr val="48636E"/>
                </a:solidFill>
                <a:latin typeface="DejaVu Sans"/>
                <a:ea typeface="DejaVu Sans"/>
                <a:cs typeface="DejaVu Sans"/>
              </a:defRPr>
            </a:lvl9pPr>
          </a:lstStyle>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Staff approve the tool</a:t>
            </a:r>
          </a:p>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and necessary data.</a:t>
            </a:r>
          </a:p>
        </p:txBody>
      </p:sp>
      <p:sp>
        <p:nvSpPr>
          <p:cNvPr id="12" name="3">
            <a:extLst xmlns:a="http://schemas.openxmlformats.org/drawingml/2006/main">
              <a:ext uri="{FF2B5EF4-FFF2-40B4-BE49-F238E27FC236}">
                <a16:creationId xmlns:a16="http://schemas.microsoft.com/office/drawing/2014/main" id="{24C617C1-9A95-4F48-AF2E-5E64E1CD8031}"/>
              </a:ext>
            </a:extLst>
          </p:cNvPr>
          <p:cNvSpPr>
            <a:spLocks xmlns:a="http://schemas.openxmlformats.org/drawingml/2006/main" noGrp="1"/>
          </p:cNvSpPr>
          <p:nvPr/>
        </p:nvSpPr>
        <p:spPr>
          <a:xfrm xmlns:a="http://schemas.openxmlformats.org/drawingml/2006/main">
            <a:off x="8105775" y="2143125"/>
            <a:ext cx="1524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007D87"/>
                </a:solidFill>
                <a:latin typeface="DejaVu Sans"/>
                <a:ea typeface="DejaVu Sans"/>
                <a:cs typeface="DejaVu Sans"/>
              </a:defRPr>
            </a:defPPr>
            <a:lvl1pPr>
              <a:defRPr sz="5400" b="1">
                <a:solidFill>
                  <a:srgbClr val="007D87"/>
                </a:solidFill>
                <a:latin typeface="DejaVu Sans"/>
                <a:ea typeface="DejaVu Sans"/>
                <a:cs typeface="DejaVu Sans"/>
              </a:defRPr>
            </a:lvl1pPr>
            <a:lvl2pPr>
              <a:defRPr sz="5400" b="1">
                <a:solidFill>
                  <a:srgbClr val="007D87"/>
                </a:solidFill>
                <a:latin typeface="DejaVu Sans"/>
                <a:ea typeface="DejaVu Sans"/>
                <a:cs typeface="DejaVu Sans"/>
              </a:defRPr>
            </a:lvl2pPr>
            <a:lvl3pPr>
              <a:defRPr sz="5400" b="1">
                <a:solidFill>
                  <a:srgbClr val="007D87"/>
                </a:solidFill>
                <a:latin typeface="DejaVu Sans"/>
                <a:ea typeface="DejaVu Sans"/>
                <a:cs typeface="DejaVu Sans"/>
              </a:defRPr>
            </a:lvl3pPr>
            <a:lvl4pPr>
              <a:defRPr sz="5400" b="1">
                <a:solidFill>
                  <a:srgbClr val="007D87"/>
                </a:solidFill>
                <a:latin typeface="DejaVu Sans"/>
                <a:ea typeface="DejaVu Sans"/>
                <a:cs typeface="DejaVu Sans"/>
              </a:defRPr>
            </a:lvl4pPr>
            <a:lvl5pPr>
              <a:defRPr sz="5400" b="1">
                <a:solidFill>
                  <a:srgbClr val="007D87"/>
                </a:solidFill>
                <a:latin typeface="DejaVu Sans"/>
                <a:ea typeface="DejaVu Sans"/>
                <a:cs typeface="DejaVu Sans"/>
              </a:defRPr>
            </a:lvl5pPr>
            <a:lvl6pPr>
              <a:defRPr sz="5400" b="1">
                <a:solidFill>
                  <a:srgbClr val="007D87"/>
                </a:solidFill>
                <a:latin typeface="DejaVu Sans"/>
                <a:ea typeface="DejaVu Sans"/>
                <a:cs typeface="DejaVu Sans"/>
              </a:defRPr>
            </a:lvl6pPr>
            <a:lvl7pPr>
              <a:defRPr sz="5400" b="1">
                <a:solidFill>
                  <a:srgbClr val="007D87"/>
                </a:solidFill>
                <a:latin typeface="DejaVu Sans"/>
                <a:ea typeface="DejaVu Sans"/>
                <a:cs typeface="DejaVu Sans"/>
              </a:defRPr>
            </a:lvl7pPr>
            <a:lvl8pPr>
              <a:defRPr sz="5400" b="1">
                <a:solidFill>
                  <a:srgbClr val="007D87"/>
                </a:solidFill>
                <a:latin typeface="DejaVu Sans"/>
                <a:ea typeface="DejaVu Sans"/>
                <a:cs typeface="DejaVu Sans"/>
              </a:defRPr>
            </a:lvl8pPr>
            <a:lvl9pPr>
              <a:defRPr sz="5400" b="1">
                <a:solidFill>
                  <a:srgbClr val="007D87"/>
                </a:solidFill>
                <a:latin typeface="DejaVu Sans"/>
                <a:ea typeface="DejaVu Sans"/>
                <a:cs typeface="DejaVu Sans"/>
              </a:defRPr>
            </a:lvl9pPr>
          </a:lstStyle>
          <a:p xmlns:a="http://schemas.openxmlformats.org/drawingml/2006/main">
            <a:pPr>
              <a:defRPr sz="5400" b="1">
                <a:solidFill>
                  <a:srgbClr val="007D87"/>
                </a:solidFill>
                <a:latin typeface="DejaVu Sans"/>
                <a:ea typeface="DejaVu Sans"/>
                <a:cs typeface="DejaVu Sans"/>
              </a:defRPr>
            </a:pPr>
            <a:r>
              <a:rPr sz="5400" b="1">
                <a:solidFill>
                  <a:srgbClr val="007D87"/>
                </a:solidFill>
                <a:latin typeface="DejaVu Sans"/>
                <a:ea typeface="DejaVu Sans"/>
                <a:cs typeface="DejaVu Sans"/>
              </a:rPr>
              <a:t>03</a:t>
            </a:r>
          </a:p>
        </p:txBody>
      </p:sp>
      <p:sp>
        <p:nvSpPr>
          <p:cNvPr id="13" name="3h">
            <a:extLst xmlns:a="http://schemas.openxmlformats.org/drawingml/2006/main">
              <a:ext uri="{FF2B5EF4-FFF2-40B4-BE49-F238E27FC236}">
                <a16:creationId xmlns:a16="http://schemas.microsoft.com/office/drawing/2014/main" id="{003DCE57-9729-4D47-A8D4-B2C7D1347425}"/>
              </a:ext>
            </a:extLst>
          </p:cNvPr>
          <p:cNvSpPr>
            <a:spLocks xmlns:a="http://schemas.openxmlformats.org/drawingml/2006/main" noGrp="1"/>
          </p:cNvSpPr>
          <p:nvPr/>
        </p:nvSpPr>
        <p:spPr>
          <a:xfrm xmlns:a="http://schemas.openxmlformats.org/drawingml/2006/main">
            <a:off x="9639300" y="226695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23E4F"/>
                </a:solidFill>
                <a:latin typeface="DejaVu Sans"/>
                <a:ea typeface="DejaVu Sans"/>
                <a:cs typeface="DejaVu Sans"/>
              </a:defRPr>
            </a:defPPr>
            <a:lvl1pPr>
              <a:defRPr sz="1950" b="1">
                <a:solidFill>
                  <a:srgbClr val="123E4F"/>
                </a:solidFill>
                <a:latin typeface="DejaVu Sans"/>
                <a:ea typeface="DejaVu Sans"/>
                <a:cs typeface="DejaVu Sans"/>
              </a:defRPr>
            </a:lvl1pPr>
            <a:lvl2pPr>
              <a:defRPr sz="1950" b="1">
                <a:solidFill>
                  <a:srgbClr val="123E4F"/>
                </a:solidFill>
                <a:latin typeface="DejaVu Sans"/>
                <a:ea typeface="DejaVu Sans"/>
                <a:cs typeface="DejaVu Sans"/>
              </a:defRPr>
            </a:lvl2pPr>
            <a:lvl3pPr>
              <a:defRPr sz="1950" b="1">
                <a:solidFill>
                  <a:srgbClr val="123E4F"/>
                </a:solidFill>
                <a:latin typeface="DejaVu Sans"/>
                <a:ea typeface="DejaVu Sans"/>
                <a:cs typeface="DejaVu Sans"/>
              </a:defRPr>
            </a:lvl3pPr>
            <a:lvl4pPr>
              <a:defRPr sz="1950" b="1">
                <a:solidFill>
                  <a:srgbClr val="123E4F"/>
                </a:solidFill>
                <a:latin typeface="DejaVu Sans"/>
                <a:ea typeface="DejaVu Sans"/>
                <a:cs typeface="DejaVu Sans"/>
              </a:defRPr>
            </a:lvl4pPr>
            <a:lvl5pPr>
              <a:defRPr sz="1950" b="1">
                <a:solidFill>
                  <a:srgbClr val="123E4F"/>
                </a:solidFill>
                <a:latin typeface="DejaVu Sans"/>
                <a:ea typeface="DejaVu Sans"/>
                <a:cs typeface="DejaVu Sans"/>
              </a:defRPr>
            </a:lvl5pPr>
            <a:lvl6pPr>
              <a:defRPr sz="1950" b="1">
                <a:solidFill>
                  <a:srgbClr val="123E4F"/>
                </a:solidFill>
                <a:latin typeface="DejaVu Sans"/>
                <a:ea typeface="DejaVu Sans"/>
                <a:cs typeface="DejaVu Sans"/>
              </a:defRPr>
            </a:lvl6pPr>
            <a:lvl7pPr>
              <a:defRPr sz="1950" b="1">
                <a:solidFill>
                  <a:srgbClr val="123E4F"/>
                </a:solidFill>
                <a:latin typeface="DejaVu Sans"/>
                <a:ea typeface="DejaVu Sans"/>
                <a:cs typeface="DejaVu Sans"/>
              </a:defRPr>
            </a:lvl7pPr>
            <a:lvl8pPr>
              <a:defRPr sz="1950" b="1">
                <a:solidFill>
                  <a:srgbClr val="123E4F"/>
                </a:solidFill>
                <a:latin typeface="DejaVu Sans"/>
                <a:ea typeface="DejaVu Sans"/>
                <a:cs typeface="DejaVu Sans"/>
              </a:defRPr>
            </a:lvl8pPr>
            <a:lvl9pPr>
              <a:defRPr sz="1950" b="1">
                <a:solidFill>
                  <a:srgbClr val="123E4F"/>
                </a:solidFill>
                <a:latin typeface="DejaVu Sans"/>
                <a:ea typeface="DejaVu Sans"/>
                <a:cs typeface="DejaVu Sans"/>
              </a:defRPr>
            </a:lvl9pPr>
          </a:lstStyle>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PREPARE</a:t>
            </a:r>
          </a:p>
        </p:txBody>
      </p:sp>
      <p:sp>
        <p:nvSpPr>
          <p:cNvPr id="14" name="3d">
            <a:extLst xmlns:a="http://schemas.openxmlformats.org/drawingml/2006/main">
              <a:ext uri="{FF2B5EF4-FFF2-40B4-BE49-F238E27FC236}">
                <a16:creationId xmlns:a16="http://schemas.microsoft.com/office/drawing/2014/main" id="{350A5763-E284-4BA4-A91B-47AD4D7225BE}"/>
              </a:ext>
            </a:extLst>
          </p:cNvPr>
          <p:cNvSpPr>
            <a:spLocks xmlns:a="http://schemas.openxmlformats.org/drawingml/2006/main" noGrp="1"/>
          </p:cNvSpPr>
          <p:nvPr/>
        </p:nvSpPr>
        <p:spPr>
          <a:xfrm xmlns:a="http://schemas.openxmlformats.org/drawingml/2006/main">
            <a:off x="8105775" y="3228975"/>
            <a:ext cx="32861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48636E"/>
                </a:solidFill>
                <a:latin typeface="DejaVu Sans"/>
                <a:ea typeface="DejaVu Sans"/>
                <a:cs typeface="DejaVu Sans"/>
              </a:defRPr>
            </a:defPPr>
            <a:lvl1pPr>
              <a:defRPr sz="1875" b="0">
                <a:solidFill>
                  <a:srgbClr val="48636E"/>
                </a:solidFill>
                <a:latin typeface="DejaVu Sans"/>
                <a:ea typeface="DejaVu Sans"/>
                <a:cs typeface="DejaVu Sans"/>
              </a:defRPr>
            </a:lvl1pPr>
            <a:lvl2pPr>
              <a:defRPr sz="1875" b="0">
                <a:solidFill>
                  <a:srgbClr val="48636E"/>
                </a:solidFill>
                <a:latin typeface="DejaVu Sans"/>
                <a:ea typeface="DejaVu Sans"/>
                <a:cs typeface="DejaVu Sans"/>
              </a:defRPr>
            </a:lvl2pPr>
            <a:lvl3pPr>
              <a:defRPr sz="1875" b="0">
                <a:solidFill>
                  <a:srgbClr val="48636E"/>
                </a:solidFill>
                <a:latin typeface="DejaVu Sans"/>
                <a:ea typeface="DejaVu Sans"/>
                <a:cs typeface="DejaVu Sans"/>
              </a:defRPr>
            </a:lvl3pPr>
            <a:lvl4pPr>
              <a:defRPr sz="1875" b="0">
                <a:solidFill>
                  <a:srgbClr val="48636E"/>
                </a:solidFill>
                <a:latin typeface="DejaVu Sans"/>
                <a:ea typeface="DejaVu Sans"/>
                <a:cs typeface="DejaVu Sans"/>
              </a:defRPr>
            </a:lvl4pPr>
            <a:lvl5pPr>
              <a:defRPr sz="1875" b="0">
                <a:solidFill>
                  <a:srgbClr val="48636E"/>
                </a:solidFill>
                <a:latin typeface="DejaVu Sans"/>
                <a:ea typeface="DejaVu Sans"/>
                <a:cs typeface="DejaVu Sans"/>
              </a:defRPr>
            </a:lvl5pPr>
            <a:lvl6pPr>
              <a:defRPr sz="1875" b="0">
                <a:solidFill>
                  <a:srgbClr val="48636E"/>
                </a:solidFill>
                <a:latin typeface="DejaVu Sans"/>
                <a:ea typeface="DejaVu Sans"/>
                <a:cs typeface="DejaVu Sans"/>
              </a:defRPr>
            </a:lvl6pPr>
            <a:lvl7pPr>
              <a:defRPr sz="1875" b="0">
                <a:solidFill>
                  <a:srgbClr val="48636E"/>
                </a:solidFill>
                <a:latin typeface="DejaVu Sans"/>
                <a:ea typeface="DejaVu Sans"/>
                <a:cs typeface="DejaVu Sans"/>
              </a:defRPr>
            </a:lvl7pPr>
            <a:lvl8pPr>
              <a:defRPr sz="1875" b="0">
                <a:solidFill>
                  <a:srgbClr val="48636E"/>
                </a:solidFill>
                <a:latin typeface="DejaVu Sans"/>
                <a:ea typeface="DejaVu Sans"/>
                <a:cs typeface="DejaVu Sans"/>
              </a:defRPr>
            </a:lvl8pPr>
            <a:lvl9pPr>
              <a:defRPr sz="1875" b="0">
                <a:solidFill>
                  <a:srgbClr val="48636E"/>
                </a:solidFill>
                <a:latin typeface="DejaVu Sans"/>
                <a:ea typeface="DejaVu Sans"/>
                <a:cs typeface="DejaVu Sans"/>
              </a:defRPr>
            </a:lvl9pPr>
          </a:lstStyle>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AI may organize files</a:t>
            </a:r>
          </a:p>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and map quotations.</a:t>
            </a:r>
          </a:p>
        </p:txBody>
      </p:sp>
      <p:sp>
        <p:nvSpPr>
          <p:cNvPr id="15" name="4">
            <a:extLst xmlns:a="http://schemas.openxmlformats.org/drawingml/2006/main">
              <a:ext uri="{FF2B5EF4-FFF2-40B4-BE49-F238E27FC236}">
                <a16:creationId xmlns:a16="http://schemas.microsoft.com/office/drawing/2014/main" id="{A9C3250E-AB9C-4654-98B7-3F312B2F0466}"/>
              </a:ext>
            </a:extLst>
          </p:cNvPr>
          <p:cNvSpPr>
            <a:spLocks xmlns:a="http://schemas.openxmlformats.org/drawingml/2006/main" noGrp="1"/>
          </p:cNvSpPr>
          <p:nvPr/>
        </p:nvSpPr>
        <p:spPr>
          <a:xfrm xmlns:a="http://schemas.openxmlformats.org/drawingml/2006/main">
            <a:off x="609600" y="4457700"/>
            <a:ext cx="142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D84D20"/>
                </a:solidFill>
                <a:latin typeface="DejaVu Sans"/>
                <a:ea typeface="DejaVu Sans"/>
                <a:cs typeface="DejaVu Sans"/>
              </a:defRPr>
            </a:defPPr>
            <a:lvl1pPr>
              <a:defRPr sz="5400" b="1">
                <a:solidFill>
                  <a:srgbClr val="D84D20"/>
                </a:solidFill>
                <a:latin typeface="DejaVu Sans"/>
                <a:ea typeface="DejaVu Sans"/>
                <a:cs typeface="DejaVu Sans"/>
              </a:defRPr>
            </a:lvl1pPr>
            <a:lvl2pPr>
              <a:defRPr sz="5400" b="1">
                <a:solidFill>
                  <a:srgbClr val="D84D20"/>
                </a:solidFill>
                <a:latin typeface="DejaVu Sans"/>
                <a:ea typeface="DejaVu Sans"/>
                <a:cs typeface="DejaVu Sans"/>
              </a:defRPr>
            </a:lvl2pPr>
            <a:lvl3pPr>
              <a:defRPr sz="5400" b="1">
                <a:solidFill>
                  <a:srgbClr val="D84D20"/>
                </a:solidFill>
                <a:latin typeface="DejaVu Sans"/>
                <a:ea typeface="DejaVu Sans"/>
                <a:cs typeface="DejaVu Sans"/>
              </a:defRPr>
            </a:lvl3pPr>
            <a:lvl4pPr>
              <a:defRPr sz="5400" b="1">
                <a:solidFill>
                  <a:srgbClr val="D84D20"/>
                </a:solidFill>
                <a:latin typeface="DejaVu Sans"/>
                <a:ea typeface="DejaVu Sans"/>
                <a:cs typeface="DejaVu Sans"/>
              </a:defRPr>
            </a:lvl4pPr>
            <a:lvl5pPr>
              <a:defRPr sz="5400" b="1">
                <a:solidFill>
                  <a:srgbClr val="D84D20"/>
                </a:solidFill>
                <a:latin typeface="DejaVu Sans"/>
                <a:ea typeface="DejaVu Sans"/>
                <a:cs typeface="DejaVu Sans"/>
              </a:defRPr>
            </a:lvl5pPr>
            <a:lvl6pPr>
              <a:defRPr sz="5400" b="1">
                <a:solidFill>
                  <a:srgbClr val="D84D20"/>
                </a:solidFill>
                <a:latin typeface="DejaVu Sans"/>
                <a:ea typeface="DejaVu Sans"/>
                <a:cs typeface="DejaVu Sans"/>
              </a:defRPr>
            </a:lvl6pPr>
            <a:lvl7pPr>
              <a:defRPr sz="5400" b="1">
                <a:solidFill>
                  <a:srgbClr val="D84D20"/>
                </a:solidFill>
                <a:latin typeface="DejaVu Sans"/>
                <a:ea typeface="DejaVu Sans"/>
                <a:cs typeface="DejaVu Sans"/>
              </a:defRPr>
            </a:lvl7pPr>
            <a:lvl8pPr>
              <a:defRPr sz="5400" b="1">
                <a:solidFill>
                  <a:srgbClr val="D84D20"/>
                </a:solidFill>
                <a:latin typeface="DejaVu Sans"/>
                <a:ea typeface="DejaVu Sans"/>
                <a:cs typeface="DejaVu Sans"/>
              </a:defRPr>
            </a:lvl8pPr>
            <a:lvl9pPr>
              <a:defRPr sz="5400" b="1">
                <a:solidFill>
                  <a:srgbClr val="D84D20"/>
                </a:solidFill>
                <a:latin typeface="DejaVu Sans"/>
                <a:ea typeface="DejaVu Sans"/>
                <a:cs typeface="DejaVu Sans"/>
              </a:defRPr>
            </a:lvl9pPr>
          </a:lstStyle>
          <a:p xmlns:a="http://schemas.openxmlformats.org/drawingml/2006/main">
            <a:pPr>
              <a:defRPr sz="5400" b="1">
                <a:solidFill>
                  <a:srgbClr val="D84D20"/>
                </a:solidFill>
                <a:latin typeface="DejaVu Sans"/>
                <a:ea typeface="DejaVu Sans"/>
                <a:cs typeface="DejaVu Sans"/>
              </a:defRPr>
            </a:pPr>
            <a:r>
              <a:rPr sz="5400" b="1">
                <a:solidFill>
                  <a:srgbClr val="D84D20"/>
                </a:solidFill>
                <a:latin typeface="DejaVu Sans"/>
                <a:ea typeface="DejaVu Sans"/>
                <a:cs typeface="DejaVu Sans"/>
              </a:rPr>
              <a:t>04</a:t>
            </a:r>
          </a:p>
        </p:txBody>
      </p:sp>
      <p:sp>
        <p:nvSpPr>
          <p:cNvPr id="16" name="4h">
            <a:extLst xmlns:a="http://schemas.openxmlformats.org/drawingml/2006/main">
              <a:ext uri="{FF2B5EF4-FFF2-40B4-BE49-F238E27FC236}">
                <a16:creationId xmlns:a16="http://schemas.microsoft.com/office/drawing/2014/main" id="{A1AE9502-F270-4381-B91D-184942F52071}"/>
              </a:ext>
            </a:extLst>
          </p:cNvPr>
          <p:cNvSpPr>
            <a:spLocks xmlns:a="http://schemas.openxmlformats.org/drawingml/2006/main" noGrp="1"/>
          </p:cNvSpPr>
          <p:nvPr/>
        </p:nvSpPr>
        <p:spPr>
          <a:xfrm xmlns:a="http://schemas.openxmlformats.org/drawingml/2006/main">
            <a:off x="2143125" y="4610100"/>
            <a:ext cx="30956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23E4F"/>
                </a:solidFill>
                <a:latin typeface="DejaVu Sans"/>
                <a:ea typeface="DejaVu Sans"/>
                <a:cs typeface="DejaVu Sans"/>
              </a:defRPr>
            </a:defPPr>
            <a:lvl1pPr>
              <a:defRPr sz="1950" b="1">
                <a:solidFill>
                  <a:srgbClr val="123E4F"/>
                </a:solidFill>
                <a:latin typeface="DejaVu Sans"/>
                <a:ea typeface="DejaVu Sans"/>
                <a:cs typeface="DejaVu Sans"/>
              </a:defRPr>
            </a:lvl1pPr>
            <a:lvl2pPr>
              <a:defRPr sz="1950" b="1">
                <a:solidFill>
                  <a:srgbClr val="123E4F"/>
                </a:solidFill>
                <a:latin typeface="DejaVu Sans"/>
                <a:ea typeface="DejaVu Sans"/>
                <a:cs typeface="DejaVu Sans"/>
              </a:defRPr>
            </a:lvl2pPr>
            <a:lvl3pPr>
              <a:defRPr sz="1950" b="1">
                <a:solidFill>
                  <a:srgbClr val="123E4F"/>
                </a:solidFill>
                <a:latin typeface="DejaVu Sans"/>
                <a:ea typeface="DejaVu Sans"/>
                <a:cs typeface="DejaVu Sans"/>
              </a:defRPr>
            </a:lvl3pPr>
            <a:lvl4pPr>
              <a:defRPr sz="1950" b="1">
                <a:solidFill>
                  <a:srgbClr val="123E4F"/>
                </a:solidFill>
                <a:latin typeface="DejaVu Sans"/>
                <a:ea typeface="DejaVu Sans"/>
                <a:cs typeface="DejaVu Sans"/>
              </a:defRPr>
            </a:lvl4pPr>
            <a:lvl5pPr>
              <a:defRPr sz="1950" b="1">
                <a:solidFill>
                  <a:srgbClr val="123E4F"/>
                </a:solidFill>
                <a:latin typeface="DejaVu Sans"/>
                <a:ea typeface="DejaVu Sans"/>
                <a:cs typeface="DejaVu Sans"/>
              </a:defRPr>
            </a:lvl5pPr>
            <a:lvl6pPr>
              <a:defRPr sz="1950" b="1">
                <a:solidFill>
                  <a:srgbClr val="123E4F"/>
                </a:solidFill>
                <a:latin typeface="DejaVu Sans"/>
                <a:ea typeface="DejaVu Sans"/>
                <a:cs typeface="DejaVu Sans"/>
              </a:defRPr>
            </a:lvl6pPr>
            <a:lvl7pPr>
              <a:defRPr sz="1950" b="1">
                <a:solidFill>
                  <a:srgbClr val="123E4F"/>
                </a:solidFill>
                <a:latin typeface="DejaVu Sans"/>
                <a:ea typeface="DejaVu Sans"/>
                <a:cs typeface="DejaVu Sans"/>
              </a:defRPr>
            </a:lvl7pPr>
            <a:lvl8pPr>
              <a:defRPr sz="1950" b="1">
                <a:solidFill>
                  <a:srgbClr val="123E4F"/>
                </a:solidFill>
                <a:latin typeface="DejaVu Sans"/>
                <a:ea typeface="DejaVu Sans"/>
                <a:cs typeface="DejaVu Sans"/>
              </a:defRPr>
            </a:lvl8pPr>
            <a:lvl9pPr>
              <a:defRPr sz="1950" b="1">
                <a:solidFill>
                  <a:srgbClr val="123E4F"/>
                </a:solidFill>
                <a:latin typeface="DejaVu Sans"/>
                <a:ea typeface="DejaVu Sans"/>
                <a:cs typeface="DejaVu Sans"/>
              </a:defRPr>
            </a:lvl9pPr>
          </a:lstStyle>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VERIFY</a:t>
            </a:r>
          </a:p>
        </p:txBody>
      </p:sp>
      <p:sp>
        <p:nvSpPr>
          <p:cNvPr id="17" name="4d">
            <a:extLst xmlns:a="http://schemas.openxmlformats.org/drawingml/2006/main">
              <a:ext uri="{FF2B5EF4-FFF2-40B4-BE49-F238E27FC236}">
                <a16:creationId xmlns:a16="http://schemas.microsoft.com/office/drawing/2014/main" id="{6C436800-95C5-4CE6-A297-0309B242DE67}"/>
              </a:ext>
            </a:extLst>
          </p:cNvPr>
          <p:cNvSpPr>
            <a:spLocks xmlns:a="http://schemas.openxmlformats.org/drawingml/2006/main" noGrp="1"/>
          </p:cNvSpPr>
          <p:nvPr/>
        </p:nvSpPr>
        <p:spPr>
          <a:xfrm xmlns:a="http://schemas.openxmlformats.org/drawingml/2006/main">
            <a:off x="2143125" y="5153025"/>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48636E"/>
                </a:solidFill>
                <a:latin typeface="DejaVu Sans"/>
                <a:ea typeface="DejaVu Sans"/>
                <a:cs typeface="DejaVu Sans"/>
              </a:defRPr>
            </a:defPPr>
            <a:lvl1pPr>
              <a:defRPr sz="1875" b="0">
                <a:solidFill>
                  <a:srgbClr val="48636E"/>
                </a:solidFill>
                <a:latin typeface="DejaVu Sans"/>
                <a:ea typeface="DejaVu Sans"/>
                <a:cs typeface="DejaVu Sans"/>
              </a:defRPr>
            </a:lvl1pPr>
            <a:lvl2pPr>
              <a:defRPr sz="1875" b="0">
                <a:solidFill>
                  <a:srgbClr val="48636E"/>
                </a:solidFill>
                <a:latin typeface="DejaVu Sans"/>
                <a:ea typeface="DejaVu Sans"/>
                <a:cs typeface="DejaVu Sans"/>
              </a:defRPr>
            </a:lvl2pPr>
            <a:lvl3pPr>
              <a:defRPr sz="1875" b="0">
                <a:solidFill>
                  <a:srgbClr val="48636E"/>
                </a:solidFill>
                <a:latin typeface="DejaVu Sans"/>
                <a:ea typeface="DejaVu Sans"/>
                <a:cs typeface="DejaVu Sans"/>
              </a:defRPr>
            </a:lvl3pPr>
            <a:lvl4pPr>
              <a:defRPr sz="1875" b="0">
                <a:solidFill>
                  <a:srgbClr val="48636E"/>
                </a:solidFill>
                <a:latin typeface="DejaVu Sans"/>
                <a:ea typeface="DejaVu Sans"/>
                <a:cs typeface="DejaVu Sans"/>
              </a:defRPr>
            </a:lvl4pPr>
            <a:lvl5pPr>
              <a:defRPr sz="1875" b="0">
                <a:solidFill>
                  <a:srgbClr val="48636E"/>
                </a:solidFill>
                <a:latin typeface="DejaVu Sans"/>
                <a:ea typeface="DejaVu Sans"/>
                <a:cs typeface="DejaVu Sans"/>
              </a:defRPr>
            </a:lvl5pPr>
            <a:lvl6pPr>
              <a:defRPr sz="1875" b="0">
                <a:solidFill>
                  <a:srgbClr val="48636E"/>
                </a:solidFill>
                <a:latin typeface="DejaVu Sans"/>
                <a:ea typeface="DejaVu Sans"/>
                <a:cs typeface="DejaVu Sans"/>
              </a:defRPr>
            </a:lvl6pPr>
            <a:lvl7pPr>
              <a:defRPr sz="1875" b="0">
                <a:solidFill>
                  <a:srgbClr val="48636E"/>
                </a:solidFill>
                <a:latin typeface="DejaVu Sans"/>
                <a:ea typeface="DejaVu Sans"/>
                <a:cs typeface="DejaVu Sans"/>
              </a:defRPr>
            </a:lvl7pPr>
            <a:lvl8pPr>
              <a:defRPr sz="1875" b="0">
                <a:solidFill>
                  <a:srgbClr val="48636E"/>
                </a:solidFill>
                <a:latin typeface="DejaVu Sans"/>
                <a:ea typeface="DejaVu Sans"/>
                <a:cs typeface="DejaVu Sans"/>
              </a:defRPr>
            </a:lvl8pPr>
            <a:lvl9pPr>
              <a:defRPr sz="1875" b="0">
                <a:solidFill>
                  <a:srgbClr val="48636E"/>
                </a:solidFill>
                <a:latin typeface="DejaVu Sans"/>
                <a:ea typeface="DejaVu Sans"/>
                <a:cs typeface="DejaVu Sans"/>
              </a:defRPr>
            </a:lvl9pPr>
          </a:lstStyle>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Reviewer checks evidence</a:t>
            </a:r>
          </a:p>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and corrects the record.</a:t>
            </a:r>
          </a:p>
        </p:txBody>
      </p:sp>
      <p:sp>
        <p:nvSpPr>
          <p:cNvPr id="18" name="5">
            <a:extLst xmlns:a="http://schemas.openxmlformats.org/drawingml/2006/main">
              <a:ext uri="{FF2B5EF4-FFF2-40B4-BE49-F238E27FC236}">
                <a16:creationId xmlns:a16="http://schemas.microsoft.com/office/drawing/2014/main" id="{ECC7B23A-A832-46A0-8D08-901089CCD619}"/>
              </a:ext>
            </a:extLst>
          </p:cNvPr>
          <p:cNvSpPr>
            <a:spLocks xmlns:a="http://schemas.openxmlformats.org/drawingml/2006/main" noGrp="1"/>
          </p:cNvSpPr>
          <p:nvPr/>
        </p:nvSpPr>
        <p:spPr>
          <a:xfrm xmlns:a="http://schemas.openxmlformats.org/drawingml/2006/main">
            <a:off x="6419850" y="4457700"/>
            <a:ext cx="142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400" b="1">
                <a:solidFill>
                  <a:srgbClr val="D84D20"/>
                </a:solidFill>
                <a:latin typeface="DejaVu Sans"/>
                <a:ea typeface="DejaVu Sans"/>
                <a:cs typeface="DejaVu Sans"/>
              </a:defRPr>
            </a:defPPr>
            <a:lvl1pPr>
              <a:defRPr sz="5400" b="1">
                <a:solidFill>
                  <a:srgbClr val="D84D20"/>
                </a:solidFill>
                <a:latin typeface="DejaVu Sans"/>
                <a:ea typeface="DejaVu Sans"/>
                <a:cs typeface="DejaVu Sans"/>
              </a:defRPr>
            </a:lvl1pPr>
            <a:lvl2pPr>
              <a:defRPr sz="5400" b="1">
                <a:solidFill>
                  <a:srgbClr val="D84D20"/>
                </a:solidFill>
                <a:latin typeface="DejaVu Sans"/>
                <a:ea typeface="DejaVu Sans"/>
                <a:cs typeface="DejaVu Sans"/>
              </a:defRPr>
            </a:lvl2pPr>
            <a:lvl3pPr>
              <a:defRPr sz="5400" b="1">
                <a:solidFill>
                  <a:srgbClr val="D84D20"/>
                </a:solidFill>
                <a:latin typeface="DejaVu Sans"/>
                <a:ea typeface="DejaVu Sans"/>
                <a:cs typeface="DejaVu Sans"/>
              </a:defRPr>
            </a:lvl3pPr>
            <a:lvl4pPr>
              <a:defRPr sz="5400" b="1">
                <a:solidFill>
                  <a:srgbClr val="D84D20"/>
                </a:solidFill>
                <a:latin typeface="DejaVu Sans"/>
                <a:ea typeface="DejaVu Sans"/>
                <a:cs typeface="DejaVu Sans"/>
              </a:defRPr>
            </a:lvl4pPr>
            <a:lvl5pPr>
              <a:defRPr sz="5400" b="1">
                <a:solidFill>
                  <a:srgbClr val="D84D20"/>
                </a:solidFill>
                <a:latin typeface="DejaVu Sans"/>
                <a:ea typeface="DejaVu Sans"/>
                <a:cs typeface="DejaVu Sans"/>
              </a:defRPr>
            </a:lvl5pPr>
            <a:lvl6pPr>
              <a:defRPr sz="5400" b="1">
                <a:solidFill>
                  <a:srgbClr val="D84D20"/>
                </a:solidFill>
                <a:latin typeface="DejaVu Sans"/>
                <a:ea typeface="DejaVu Sans"/>
                <a:cs typeface="DejaVu Sans"/>
              </a:defRPr>
            </a:lvl6pPr>
            <a:lvl7pPr>
              <a:defRPr sz="5400" b="1">
                <a:solidFill>
                  <a:srgbClr val="D84D20"/>
                </a:solidFill>
                <a:latin typeface="DejaVu Sans"/>
                <a:ea typeface="DejaVu Sans"/>
                <a:cs typeface="DejaVu Sans"/>
              </a:defRPr>
            </a:lvl7pPr>
            <a:lvl8pPr>
              <a:defRPr sz="5400" b="1">
                <a:solidFill>
                  <a:srgbClr val="D84D20"/>
                </a:solidFill>
                <a:latin typeface="DejaVu Sans"/>
                <a:ea typeface="DejaVu Sans"/>
                <a:cs typeface="DejaVu Sans"/>
              </a:defRPr>
            </a:lvl8pPr>
            <a:lvl9pPr>
              <a:defRPr sz="5400" b="1">
                <a:solidFill>
                  <a:srgbClr val="D84D20"/>
                </a:solidFill>
                <a:latin typeface="DejaVu Sans"/>
                <a:ea typeface="DejaVu Sans"/>
                <a:cs typeface="DejaVu Sans"/>
              </a:defRPr>
            </a:lvl9pPr>
          </a:lstStyle>
          <a:p xmlns:a="http://schemas.openxmlformats.org/drawingml/2006/main">
            <a:pPr>
              <a:defRPr sz="5400" b="1">
                <a:solidFill>
                  <a:srgbClr val="D84D20"/>
                </a:solidFill>
                <a:latin typeface="DejaVu Sans"/>
                <a:ea typeface="DejaVu Sans"/>
                <a:cs typeface="DejaVu Sans"/>
              </a:defRPr>
            </a:pPr>
            <a:r>
              <a:rPr sz="5400" b="1">
                <a:solidFill>
                  <a:srgbClr val="D84D20"/>
                </a:solidFill>
                <a:latin typeface="DejaVu Sans"/>
                <a:ea typeface="DejaVu Sans"/>
                <a:cs typeface="DejaVu Sans"/>
              </a:rPr>
              <a:t>05</a:t>
            </a:r>
          </a:p>
        </p:txBody>
      </p:sp>
      <p:sp>
        <p:nvSpPr>
          <p:cNvPr id="19" name="5h">
            <a:extLst xmlns:a="http://schemas.openxmlformats.org/drawingml/2006/main">
              <a:ext uri="{FF2B5EF4-FFF2-40B4-BE49-F238E27FC236}">
                <a16:creationId xmlns:a16="http://schemas.microsoft.com/office/drawing/2014/main" id="{8B02F20B-F477-4384-AC9B-5D95DF2B2B33}"/>
              </a:ext>
            </a:extLst>
          </p:cNvPr>
          <p:cNvSpPr>
            <a:spLocks xmlns:a="http://schemas.openxmlformats.org/drawingml/2006/main" noGrp="1"/>
          </p:cNvSpPr>
          <p:nvPr/>
        </p:nvSpPr>
        <p:spPr>
          <a:xfrm xmlns:a="http://schemas.openxmlformats.org/drawingml/2006/main">
            <a:off x="7953375" y="4610100"/>
            <a:ext cx="3333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23E4F"/>
                </a:solidFill>
                <a:latin typeface="DejaVu Sans"/>
                <a:ea typeface="DejaVu Sans"/>
                <a:cs typeface="DejaVu Sans"/>
              </a:defRPr>
            </a:defPPr>
            <a:lvl1pPr>
              <a:defRPr sz="1950" b="1">
                <a:solidFill>
                  <a:srgbClr val="123E4F"/>
                </a:solidFill>
                <a:latin typeface="DejaVu Sans"/>
                <a:ea typeface="DejaVu Sans"/>
                <a:cs typeface="DejaVu Sans"/>
              </a:defRPr>
            </a:lvl1pPr>
            <a:lvl2pPr>
              <a:defRPr sz="1950" b="1">
                <a:solidFill>
                  <a:srgbClr val="123E4F"/>
                </a:solidFill>
                <a:latin typeface="DejaVu Sans"/>
                <a:ea typeface="DejaVu Sans"/>
                <a:cs typeface="DejaVu Sans"/>
              </a:defRPr>
            </a:lvl2pPr>
            <a:lvl3pPr>
              <a:defRPr sz="1950" b="1">
                <a:solidFill>
                  <a:srgbClr val="123E4F"/>
                </a:solidFill>
                <a:latin typeface="DejaVu Sans"/>
                <a:ea typeface="DejaVu Sans"/>
                <a:cs typeface="DejaVu Sans"/>
              </a:defRPr>
            </a:lvl3pPr>
            <a:lvl4pPr>
              <a:defRPr sz="1950" b="1">
                <a:solidFill>
                  <a:srgbClr val="123E4F"/>
                </a:solidFill>
                <a:latin typeface="DejaVu Sans"/>
                <a:ea typeface="DejaVu Sans"/>
                <a:cs typeface="DejaVu Sans"/>
              </a:defRPr>
            </a:lvl4pPr>
            <a:lvl5pPr>
              <a:defRPr sz="1950" b="1">
                <a:solidFill>
                  <a:srgbClr val="123E4F"/>
                </a:solidFill>
                <a:latin typeface="DejaVu Sans"/>
                <a:ea typeface="DejaVu Sans"/>
                <a:cs typeface="DejaVu Sans"/>
              </a:defRPr>
            </a:lvl5pPr>
            <a:lvl6pPr>
              <a:defRPr sz="1950" b="1">
                <a:solidFill>
                  <a:srgbClr val="123E4F"/>
                </a:solidFill>
                <a:latin typeface="DejaVu Sans"/>
                <a:ea typeface="DejaVu Sans"/>
                <a:cs typeface="DejaVu Sans"/>
              </a:defRPr>
            </a:lvl6pPr>
            <a:lvl7pPr>
              <a:defRPr sz="1950" b="1">
                <a:solidFill>
                  <a:srgbClr val="123E4F"/>
                </a:solidFill>
                <a:latin typeface="DejaVu Sans"/>
                <a:ea typeface="DejaVu Sans"/>
                <a:cs typeface="DejaVu Sans"/>
              </a:defRPr>
            </a:lvl7pPr>
            <a:lvl8pPr>
              <a:defRPr sz="1950" b="1">
                <a:solidFill>
                  <a:srgbClr val="123E4F"/>
                </a:solidFill>
                <a:latin typeface="DejaVu Sans"/>
                <a:ea typeface="DejaVu Sans"/>
                <a:cs typeface="DejaVu Sans"/>
              </a:defRPr>
            </a:lvl8pPr>
            <a:lvl9pPr>
              <a:defRPr sz="1950" b="1">
                <a:solidFill>
                  <a:srgbClr val="123E4F"/>
                </a:solidFill>
                <a:latin typeface="DejaVu Sans"/>
                <a:ea typeface="DejaVu Sans"/>
                <a:cs typeface="DejaVu Sans"/>
              </a:defRPr>
            </a:lvl9pPr>
          </a:lstStyle>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DECIDE</a:t>
            </a:r>
          </a:p>
        </p:txBody>
      </p:sp>
      <p:sp>
        <p:nvSpPr>
          <p:cNvPr id="20" name="5d">
            <a:extLst xmlns:a="http://schemas.openxmlformats.org/drawingml/2006/main">
              <a:ext uri="{FF2B5EF4-FFF2-40B4-BE49-F238E27FC236}">
                <a16:creationId xmlns:a16="http://schemas.microsoft.com/office/drawing/2014/main" id="{5EAAE8ED-0C8C-475D-9D3C-805274C4C256}"/>
              </a:ext>
            </a:extLst>
          </p:cNvPr>
          <p:cNvSpPr>
            <a:spLocks xmlns:a="http://schemas.openxmlformats.org/drawingml/2006/main" noGrp="1"/>
          </p:cNvSpPr>
          <p:nvPr/>
        </p:nvSpPr>
        <p:spPr>
          <a:xfrm xmlns:a="http://schemas.openxmlformats.org/drawingml/2006/main">
            <a:off x="7953375" y="5153025"/>
            <a:ext cx="34766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48636E"/>
                </a:solidFill>
                <a:latin typeface="DejaVu Sans"/>
                <a:ea typeface="DejaVu Sans"/>
                <a:cs typeface="DejaVu Sans"/>
              </a:defRPr>
            </a:defPPr>
            <a:lvl1pPr>
              <a:defRPr sz="1875" b="0">
                <a:solidFill>
                  <a:srgbClr val="48636E"/>
                </a:solidFill>
                <a:latin typeface="DejaVu Sans"/>
                <a:ea typeface="DejaVu Sans"/>
                <a:cs typeface="DejaVu Sans"/>
              </a:defRPr>
            </a:lvl1pPr>
            <a:lvl2pPr>
              <a:defRPr sz="1875" b="0">
                <a:solidFill>
                  <a:srgbClr val="48636E"/>
                </a:solidFill>
                <a:latin typeface="DejaVu Sans"/>
                <a:ea typeface="DejaVu Sans"/>
                <a:cs typeface="DejaVu Sans"/>
              </a:defRPr>
            </a:lvl2pPr>
            <a:lvl3pPr>
              <a:defRPr sz="1875" b="0">
                <a:solidFill>
                  <a:srgbClr val="48636E"/>
                </a:solidFill>
                <a:latin typeface="DejaVu Sans"/>
                <a:ea typeface="DejaVu Sans"/>
                <a:cs typeface="DejaVu Sans"/>
              </a:defRPr>
            </a:lvl3pPr>
            <a:lvl4pPr>
              <a:defRPr sz="1875" b="0">
                <a:solidFill>
                  <a:srgbClr val="48636E"/>
                </a:solidFill>
                <a:latin typeface="DejaVu Sans"/>
                <a:ea typeface="DejaVu Sans"/>
                <a:cs typeface="DejaVu Sans"/>
              </a:defRPr>
            </a:lvl4pPr>
            <a:lvl5pPr>
              <a:defRPr sz="1875" b="0">
                <a:solidFill>
                  <a:srgbClr val="48636E"/>
                </a:solidFill>
                <a:latin typeface="DejaVu Sans"/>
                <a:ea typeface="DejaVu Sans"/>
                <a:cs typeface="DejaVu Sans"/>
              </a:defRPr>
            </a:lvl5pPr>
            <a:lvl6pPr>
              <a:defRPr sz="1875" b="0">
                <a:solidFill>
                  <a:srgbClr val="48636E"/>
                </a:solidFill>
                <a:latin typeface="DejaVu Sans"/>
                <a:ea typeface="DejaVu Sans"/>
                <a:cs typeface="DejaVu Sans"/>
              </a:defRPr>
            </a:lvl6pPr>
            <a:lvl7pPr>
              <a:defRPr sz="1875" b="0">
                <a:solidFill>
                  <a:srgbClr val="48636E"/>
                </a:solidFill>
                <a:latin typeface="DejaVu Sans"/>
                <a:ea typeface="DejaVu Sans"/>
                <a:cs typeface="DejaVu Sans"/>
              </a:defRPr>
            </a:lvl7pPr>
            <a:lvl8pPr>
              <a:defRPr sz="1875" b="0">
                <a:solidFill>
                  <a:srgbClr val="48636E"/>
                </a:solidFill>
                <a:latin typeface="DejaVu Sans"/>
                <a:ea typeface="DejaVu Sans"/>
                <a:cs typeface="DejaVu Sans"/>
              </a:defRPr>
            </a:lvl8pPr>
            <a:lvl9pPr>
              <a:defRPr sz="1875" b="0">
                <a:solidFill>
                  <a:srgbClr val="48636E"/>
                </a:solidFill>
                <a:latin typeface="DejaVu Sans"/>
                <a:ea typeface="DejaVu Sans"/>
                <a:cs typeface="DejaVu Sans"/>
              </a:defRPr>
            </a:lvl9pPr>
          </a:lstStyle>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Committee records reasons</a:t>
            </a:r>
          </a:p>
          <a:p xmlns:a="http://schemas.openxmlformats.org/drawingml/2006/main">
            <a:pPr>
              <a:defRPr sz="1875" b="0">
                <a:solidFill>
                  <a:srgbClr val="48636E"/>
                </a:solidFill>
                <a:latin typeface="DejaVu Sans"/>
                <a:ea typeface="DejaVu Sans"/>
                <a:cs typeface="DejaVu Sans"/>
              </a:defRPr>
            </a:pPr>
            <a:r>
              <a:rPr sz="1875" b="0">
                <a:solidFill>
                  <a:srgbClr val="48636E"/>
                </a:solidFill>
                <a:latin typeface="DejaVu Sans"/>
                <a:ea typeface="DejaVu Sans"/>
                <a:cs typeface="DejaVu Sans"/>
              </a:rPr>
              <a:t>and the reconsideration route.</a:t>
            </a:r>
          </a:p>
        </p:txBody>
      </p:sp>
    </p:spTree>
    <p:extLst>
      <p:ext uri="{BB962C8B-B14F-4D97-AF65-F5344CB8AC3E}">
        <p14:creationId xmlns:p14="http://schemas.microsoft.com/office/powerpoint/2010/main" val="41312846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DF807BF-E158-4230-BDAF-1DBCA5555EF7}"/>
              </a:ext>
            </a:extLst>
          </p:cNvPr>
          <p:cNvPicPr>
            <a:picLocks xmlns:a="http://schemas.openxmlformats.org/drawingml/2006/main" noChangeAspect="1"/>
          </p:cNvPicPr>
          <p:nvPr/>
        </p:nvPicPr>
        <p:blipFill>
          <a:blip xmlns:r="http://schemas.openxmlformats.org/officeDocument/2006/relationships" xmlns:a="http://schemas.openxmlformats.org/drawingml/2006/main" r:embed="Ra41f01c3a5ac4bfa"/>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F6FE0421-23C9-4016-81D7-F9FF1DB10B44}"/>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Applicant use boundary sort</a:t>
            </a:r>
          </a:p>
        </p:txBody>
      </p:sp>
      <p:sp>
        <p:nvSpPr>
          <p:cNvPr id="4" name="subtitle">
            <a:extLst xmlns:a="http://schemas.openxmlformats.org/drawingml/2006/main">
              <a:ext uri="{FF2B5EF4-FFF2-40B4-BE49-F238E27FC236}">
                <a16:creationId xmlns:a16="http://schemas.microsoft.com/office/drawing/2014/main" id="{47EF5B7B-7478-4E72-8F69-4781423B7730}"/>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Sort each use: permit, prohibit, or needs a clearer local rule.</a:t>
            </a:r>
          </a:p>
        </p:txBody>
      </p:sp>
      <p:sp>
        <p:nvSpPr>
          <p:cNvPr id="5" name="slide-number">
            <a:extLst xmlns:a="http://schemas.openxmlformats.org/drawingml/2006/main">
              <a:ext uri="{FF2B5EF4-FFF2-40B4-BE49-F238E27FC236}">
                <a16:creationId xmlns:a16="http://schemas.microsoft.com/office/drawing/2014/main" id="{C5BAC98C-5FBD-4F36-B248-6CAE5A9982D2}"/>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13</a:t>
            </a:r>
          </a:p>
        </p:txBody>
      </p:sp>
      <p:sp>
        <p:nvSpPr>
          <p:cNvPr id="6" name="activity-timing">
            <a:extLst xmlns:a="http://schemas.openxmlformats.org/drawingml/2006/main">
              <a:ext uri="{FF2B5EF4-FFF2-40B4-BE49-F238E27FC236}">
                <a16:creationId xmlns:a16="http://schemas.microsoft.com/office/drawing/2014/main" id="{FA95A620-5F68-4F61-B90F-4F1DA7E907A8}"/>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6     4 MINUTES     SMALL GROUPS</a:t>
            </a:r>
          </a:p>
        </p:txBody>
      </p:sp>
      <p:sp>
        <p:nvSpPr>
          <p:cNvPr id="7" name="task">
            <a:extLst xmlns:a="http://schemas.openxmlformats.org/drawingml/2006/main">
              <a:ext uri="{FF2B5EF4-FFF2-40B4-BE49-F238E27FC236}">
                <a16:creationId xmlns:a16="http://schemas.microsoft.com/office/drawing/2014/main" id="{06D00E4C-F817-4082-A442-9AE5BB312694}"/>
              </a:ext>
            </a:extLst>
          </p:cNvPr>
          <p:cNvSpPr>
            <a:spLocks xmlns:a="http://schemas.openxmlformats.org/drawingml/2006/main" noGrp="1"/>
          </p:cNvSpPr>
          <p:nvPr/>
        </p:nvSpPr>
        <p:spPr>
          <a:xfrm xmlns:a="http://schemas.openxmlformats.org/drawingml/2006/main">
            <a:off x="609600" y="5514975"/>
            <a:ext cx="109728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123E4F"/>
                </a:solidFill>
                <a:latin typeface="DejaVu Sans"/>
                <a:ea typeface="DejaVu Sans"/>
                <a:cs typeface="DejaVu Sans"/>
              </a:defRPr>
            </a:defPPr>
            <a:lvl1pPr>
              <a:defRPr sz="2100" b="1">
                <a:solidFill>
                  <a:srgbClr val="123E4F"/>
                </a:solidFill>
                <a:latin typeface="DejaVu Sans"/>
                <a:ea typeface="DejaVu Sans"/>
                <a:cs typeface="DejaVu Sans"/>
              </a:defRPr>
            </a:lvl1pPr>
            <a:lvl2pPr>
              <a:defRPr sz="2100" b="1">
                <a:solidFill>
                  <a:srgbClr val="123E4F"/>
                </a:solidFill>
                <a:latin typeface="DejaVu Sans"/>
                <a:ea typeface="DejaVu Sans"/>
                <a:cs typeface="DejaVu Sans"/>
              </a:defRPr>
            </a:lvl2pPr>
            <a:lvl3pPr>
              <a:defRPr sz="2100" b="1">
                <a:solidFill>
                  <a:srgbClr val="123E4F"/>
                </a:solidFill>
                <a:latin typeface="DejaVu Sans"/>
                <a:ea typeface="DejaVu Sans"/>
                <a:cs typeface="DejaVu Sans"/>
              </a:defRPr>
            </a:lvl3pPr>
            <a:lvl4pPr>
              <a:defRPr sz="2100" b="1">
                <a:solidFill>
                  <a:srgbClr val="123E4F"/>
                </a:solidFill>
                <a:latin typeface="DejaVu Sans"/>
                <a:ea typeface="DejaVu Sans"/>
                <a:cs typeface="DejaVu Sans"/>
              </a:defRPr>
            </a:lvl4pPr>
            <a:lvl5pPr>
              <a:defRPr sz="2100" b="1">
                <a:solidFill>
                  <a:srgbClr val="123E4F"/>
                </a:solidFill>
                <a:latin typeface="DejaVu Sans"/>
                <a:ea typeface="DejaVu Sans"/>
                <a:cs typeface="DejaVu Sans"/>
              </a:defRPr>
            </a:lvl5pPr>
            <a:lvl6pPr>
              <a:defRPr sz="2100" b="1">
                <a:solidFill>
                  <a:srgbClr val="123E4F"/>
                </a:solidFill>
                <a:latin typeface="DejaVu Sans"/>
                <a:ea typeface="DejaVu Sans"/>
                <a:cs typeface="DejaVu Sans"/>
              </a:defRPr>
            </a:lvl6pPr>
            <a:lvl7pPr>
              <a:defRPr sz="2100" b="1">
                <a:solidFill>
                  <a:srgbClr val="123E4F"/>
                </a:solidFill>
                <a:latin typeface="DejaVu Sans"/>
                <a:ea typeface="DejaVu Sans"/>
                <a:cs typeface="DejaVu Sans"/>
              </a:defRPr>
            </a:lvl7pPr>
            <a:lvl8pPr>
              <a:defRPr sz="2100" b="1">
                <a:solidFill>
                  <a:srgbClr val="123E4F"/>
                </a:solidFill>
                <a:latin typeface="DejaVu Sans"/>
                <a:ea typeface="DejaVu Sans"/>
                <a:cs typeface="DejaVu Sans"/>
              </a:defRPr>
            </a:lvl8pPr>
            <a:lvl9pPr>
              <a:defRPr sz="2100" b="1">
                <a:solidFill>
                  <a:srgbClr val="123E4F"/>
                </a:solidFill>
                <a:latin typeface="DejaVu Sans"/>
                <a:ea typeface="DejaVu Sans"/>
                <a:cs typeface="DejaVu Sans"/>
              </a:defRPr>
            </a:lvl9pPr>
          </a:lstStyle>
          <a:p xmlns:a="http://schemas.openxmlformats.org/drawingml/2006/main">
            <a:pPr>
              <a:defRPr sz="2100" b="1">
                <a:solidFill>
                  <a:srgbClr val="123E4F"/>
                </a:solidFill>
                <a:latin typeface="DejaVu Sans"/>
                <a:ea typeface="DejaVu Sans"/>
                <a:cs typeface="DejaVu Sans"/>
              </a:defRPr>
            </a:pPr>
            <a:r>
              <a:rPr sz="2100" b="1">
                <a:solidFill>
                  <a:srgbClr val="123E4F"/>
                </a:solidFill>
                <a:latin typeface="DejaVu Sans"/>
                <a:ea typeface="DejaVu Sans"/>
                <a:cs typeface="DejaVu Sans"/>
              </a:rPr>
              <a:t>Which uses require disclosure under your proposed policy?</a:t>
            </a:r>
          </a:p>
        </p:txBody>
      </p:sp>
      <p:graphicFrame>
        <p:nvGraphicFramePr>
          <p:cNvPr id="8" name="">
            <a:extLst xmlns:a="http://schemas.openxmlformats.org/drawingml/2006/main">
              <a:ext uri="{FF2B5EF4-FFF2-40B4-BE49-F238E27FC236}">
                <a16:creationId xmlns:a16="http://schemas.microsoft.com/office/drawing/2014/main" id="{F2E2C51A-EFE4-4384-9DFA-CFCB3114E770}"/>
              </a:ext>
            </a:extLst>
          </p:cNvPr>
          <p:cNvGraphicFramePr/>
          <p:nvPr/>
        </p:nvGraphicFramePr>
        <p:xfrm>
          <a:off xmlns:a="http://schemas.openxmlformats.org/drawingml/2006/main" x="609600" y="2190750"/>
          <a:ext xmlns:a="http://schemas.openxmlformats.org/drawingml/2006/main" cx="10972800" cy="2914650"/>
        </p:xfrm>
        <a:graphic xmlns:a="http://schemas.openxmlformats.org/drawingml/2006/main">
          <a:graphicData uri="http://schemas.openxmlformats.org/drawingml/2006/table">
            <a:tbl>
              <a:tblPr/>
              <a:tblGrid>
                <a:gridCol w="1238250"/>
                <a:gridCol w="6667500"/>
                <a:gridCol w="3067050"/>
              </a:tblGrid>
              <a:tr h="476250">
                <a:tc>
                  <a:txBody>
                    <a:bodyPr wrap="square" lIns="133350" tIns="95250" rIns="133350" bIns="95250"/>
                    <a:lstStyle/>
                    <a:p>
                      <a:r>
                        <a:rPr sz="1500" b="1">
                          <a:solidFill>
                            <a:srgbClr val="FFFFFF"/>
                          </a:solidFill>
                          <a:latin typeface="DejaVu Sans"/>
                          <a:ea typeface="DejaVu Sans"/>
                          <a:cs typeface="DejaVu Sans"/>
                        </a:rPr>
                        <a:t>CASE</a:t>
                      </a:r>
                    </a:p>
                  </a:txBody>
                  <a:tcPr marL="91440" marR="91440" marT="45720" marB="45720" anchor="ctr">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Fictional use</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Your decision</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r>
              <a:tr h="609600">
                <a:tc>
                  <a:txBody>
                    <a:bodyPr wrap="square" lIns="133350" tIns="95250" rIns="133350" bIns="95250"/>
                    <a:lstStyle/>
                    <a:p>
                      <a:r>
                        <a:rPr sz="1875" b="0">
                          <a:solidFill>
                            <a:srgbClr val="123E4F"/>
                          </a:solidFill>
                          <a:latin typeface="DejaVu Sans"/>
                          <a:ea typeface="DejaVu Sans"/>
                          <a:cs typeface="DejaVu Sans"/>
                        </a:rPr>
                        <a:t>A</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75" b="0">
                          <a:solidFill>
                            <a:srgbClr val="123E4F"/>
                          </a:solidFill>
                          <a:latin typeface="DejaVu Sans"/>
                          <a:ea typeface="DejaVu Sans"/>
                          <a:cs typeface="DejaVu Sans"/>
                        </a:rPr>
                        <a:t>Proofread the applicant’s truthful draft</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7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609600">
                <a:tc>
                  <a:txBody>
                    <a:bodyPr wrap="square" lIns="133350" tIns="95250" rIns="133350" bIns="95250"/>
                    <a:lstStyle/>
                    <a:p>
                      <a:r>
                        <a:rPr sz="1875" b="0">
                          <a:solidFill>
                            <a:srgbClr val="123E4F"/>
                          </a:solidFill>
                          <a:latin typeface="DejaVu Sans"/>
                          <a:ea typeface="DejaVu Sans"/>
                          <a:cs typeface="DejaVu Sans"/>
                        </a:rPr>
                        <a:t>B</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875" b="0">
                          <a:solidFill>
                            <a:srgbClr val="123E4F"/>
                          </a:solidFill>
                          <a:latin typeface="DejaVu Sans"/>
                          <a:ea typeface="DejaVu Sans"/>
                          <a:cs typeface="DejaVu Sans"/>
                        </a:rPr>
                        <a:t>Translate the applicant’s own statement</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87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r h="609600">
                <a:tc>
                  <a:txBody>
                    <a:bodyPr wrap="square" lIns="133350" tIns="95250" rIns="133350" bIns="95250"/>
                    <a:lstStyle/>
                    <a:p>
                      <a:r>
                        <a:rPr sz="1875" b="0">
                          <a:solidFill>
                            <a:srgbClr val="123E4F"/>
                          </a:solidFill>
                          <a:latin typeface="DejaVu Sans"/>
                          <a:ea typeface="DejaVu Sans"/>
                          <a:cs typeface="DejaVu Sans"/>
                        </a:rPr>
                        <a:t>C</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75" b="0">
                          <a:solidFill>
                            <a:srgbClr val="123E4F"/>
                          </a:solidFill>
                          <a:latin typeface="DejaVu Sans"/>
                          <a:ea typeface="DejaVu Sans"/>
                          <a:cs typeface="DejaVu Sans"/>
                        </a:rPr>
                        <a:t>Invent a community-service achievement</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7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609600">
                <a:tc>
                  <a:txBody>
                    <a:bodyPr wrap="square" lIns="133350" tIns="95250" rIns="133350" bIns="95250"/>
                    <a:lstStyle/>
                    <a:p>
                      <a:r>
                        <a:rPr sz="1875" b="0">
                          <a:solidFill>
                            <a:srgbClr val="123E4F"/>
                          </a:solidFill>
                          <a:latin typeface="DejaVu Sans"/>
                          <a:ea typeface="DejaVu Sans"/>
                          <a:cs typeface="DejaVu Sans"/>
                        </a:rPr>
                        <a:t>D</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875" b="0">
                          <a:solidFill>
                            <a:srgbClr val="123E4F"/>
                          </a:solidFill>
                          <a:latin typeface="DejaVu Sans"/>
                          <a:ea typeface="DejaVu Sans"/>
                          <a:cs typeface="DejaVu Sans"/>
                        </a:rPr>
                        <a:t>Draft most of the essay from truthful notes</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875" b="0">
                          <a:solidFill>
                            <a:srgbClr val="123E4F"/>
                          </a:solidFill>
                          <a:latin typeface="DejaVu Sans"/>
                          <a:ea typeface="DejaVu Sans"/>
                          <a:cs typeface="DejaVu Sans"/>
                        </a:rPr>
                        <a:t>________________</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bl>
          </a:graphicData>
        </a:graphic>
      </p:graphicFrame>
    </p:spTree>
    <p:extLst>
      <p:ext uri="{BB962C8B-B14F-4D97-AF65-F5344CB8AC3E}">
        <p14:creationId xmlns:p14="http://schemas.microsoft.com/office/powerpoint/2010/main" val="19648021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7020037-443E-4485-983F-9840A7C3B19E}"/>
              </a:ext>
            </a:extLst>
          </p:cNvPr>
          <p:cNvPicPr>
            <a:picLocks xmlns:a="http://schemas.openxmlformats.org/drawingml/2006/main" noChangeAspect="1"/>
          </p:cNvPicPr>
          <p:nvPr/>
        </p:nvPicPr>
        <p:blipFill>
          <a:blip xmlns:r="http://schemas.openxmlformats.org/officeDocument/2006/relationships" xmlns:a="http://schemas.openxmlformats.org/drawingml/2006/main" r:embed="R588f65f7a63e4db2"/>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F7019D73-05F6-46AB-B455-4FEF74479A8D}"/>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What an AI detector can get wrong</a:t>
            </a:r>
          </a:p>
        </p:txBody>
      </p:sp>
      <p:sp>
        <p:nvSpPr>
          <p:cNvPr id="4" name="subtitle">
            <a:extLst xmlns:a="http://schemas.openxmlformats.org/drawingml/2006/main">
              <a:ext uri="{FF2B5EF4-FFF2-40B4-BE49-F238E27FC236}">
                <a16:creationId xmlns:a16="http://schemas.microsoft.com/office/drawing/2014/main" id="{BE821B5F-C125-438D-BF9D-3640027FC535}"/>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A detector label cannot establish authorship on its own.</a:t>
            </a:r>
          </a:p>
        </p:txBody>
      </p:sp>
      <p:sp>
        <p:nvSpPr>
          <p:cNvPr id="5" name="slide-number">
            <a:extLst xmlns:a="http://schemas.openxmlformats.org/drawingml/2006/main">
              <a:ext uri="{FF2B5EF4-FFF2-40B4-BE49-F238E27FC236}">
                <a16:creationId xmlns:a16="http://schemas.microsoft.com/office/drawing/2014/main" id="{5BEA9C97-489F-4D9A-8BA9-222C058E92E3}"/>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14</a:t>
            </a:r>
          </a:p>
        </p:txBody>
      </p:sp>
      <p:sp>
        <p:nvSpPr>
          <p:cNvPr id="6" name="rule">
            <a:extLst xmlns:a="http://schemas.openxmlformats.org/drawingml/2006/main">
              <a:ext uri="{FF2B5EF4-FFF2-40B4-BE49-F238E27FC236}">
                <a16:creationId xmlns:a16="http://schemas.microsoft.com/office/drawing/2014/main" id="{20CF0596-CCA4-476E-BA98-55574D77FD03}"/>
              </a:ext>
            </a:extLst>
          </p:cNvPr>
          <p:cNvSpPr>
            <a:spLocks xmlns:a="http://schemas.openxmlformats.org/drawingml/2006/main" noGrp="1"/>
          </p:cNvSpPr>
          <p:nvPr/>
        </p:nvSpPr>
        <p:spPr>
          <a:xfrm xmlns:a="http://schemas.openxmlformats.org/drawingml/2006/main">
            <a:off x="5962650" y="5391150"/>
            <a:ext cx="561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D84D20"/>
                </a:solidFill>
                <a:latin typeface="DejaVu Sans"/>
                <a:ea typeface="DejaVu Sans"/>
                <a:cs typeface="DejaVu Sans"/>
              </a:defRPr>
            </a:defPPr>
            <a:lvl1pPr>
              <a:defRPr sz="1950" b="1">
                <a:solidFill>
                  <a:srgbClr val="D84D20"/>
                </a:solidFill>
                <a:latin typeface="DejaVu Sans"/>
                <a:ea typeface="DejaVu Sans"/>
                <a:cs typeface="DejaVu Sans"/>
              </a:defRPr>
            </a:lvl1pPr>
            <a:lvl2pPr>
              <a:defRPr sz="1950" b="1">
                <a:solidFill>
                  <a:srgbClr val="D84D20"/>
                </a:solidFill>
                <a:latin typeface="DejaVu Sans"/>
                <a:ea typeface="DejaVu Sans"/>
                <a:cs typeface="DejaVu Sans"/>
              </a:defRPr>
            </a:lvl2pPr>
            <a:lvl3pPr>
              <a:defRPr sz="1950" b="1">
                <a:solidFill>
                  <a:srgbClr val="D84D20"/>
                </a:solidFill>
                <a:latin typeface="DejaVu Sans"/>
                <a:ea typeface="DejaVu Sans"/>
                <a:cs typeface="DejaVu Sans"/>
              </a:defRPr>
            </a:lvl3pPr>
            <a:lvl4pPr>
              <a:defRPr sz="1950" b="1">
                <a:solidFill>
                  <a:srgbClr val="D84D20"/>
                </a:solidFill>
                <a:latin typeface="DejaVu Sans"/>
                <a:ea typeface="DejaVu Sans"/>
                <a:cs typeface="DejaVu Sans"/>
              </a:defRPr>
            </a:lvl4pPr>
            <a:lvl5pPr>
              <a:defRPr sz="1950" b="1">
                <a:solidFill>
                  <a:srgbClr val="D84D20"/>
                </a:solidFill>
                <a:latin typeface="DejaVu Sans"/>
                <a:ea typeface="DejaVu Sans"/>
                <a:cs typeface="DejaVu Sans"/>
              </a:defRPr>
            </a:lvl5pPr>
            <a:lvl6pPr>
              <a:defRPr sz="1950" b="1">
                <a:solidFill>
                  <a:srgbClr val="D84D20"/>
                </a:solidFill>
                <a:latin typeface="DejaVu Sans"/>
                <a:ea typeface="DejaVu Sans"/>
                <a:cs typeface="DejaVu Sans"/>
              </a:defRPr>
            </a:lvl6pPr>
            <a:lvl7pPr>
              <a:defRPr sz="1950" b="1">
                <a:solidFill>
                  <a:srgbClr val="D84D20"/>
                </a:solidFill>
                <a:latin typeface="DejaVu Sans"/>
                <a:ea typeface="DejaVu Sans"/>
                <a:cs typeface="DejaVu Sans"/>
              </a:defRPr>
            </a:lvl7pPr>
            <a:lvl8pPr>
              <a:defRPr sz="1950" b="1">
                <a:solidFill>
                  <a:srgbClr val="D84D20"/>
                </a:solidFill>
                <a:latin typeface="DejaVu Sans"/>
                <a:ea typeface="DejaVu Sans"/>
                <a:cs typeface="DejaVu Sans"/>
              </a:defRPr>
            </a:lvl8pPr>
            <a:lvl9pPr>
              <a:defRPr sz="1950" b="1">
                <a:solidFill>
                  <a:srgbClr val="D84D20"/>
                </a:solidFill>
                <a:latin typeface="DejaVu Sans"/>
                <a:ea typeface="DejaVu Sans"/>
                <a:cs typeface="DejaVu Sans"/>
              </a:defRPr>
            </a:lvl9pPr>
          </a:lstStyle>
          <a:p xmlns:a="http://schemas.openxmlformats.org/drawingml/2006/main">
            <a:pPr>
              <a:defRPr sz="2475" b="1">
                <a:solidFill>
                  <a:srgbClr val="D84D20"/>
                </a:solidFill>
                <a:latin typeface="DejaVu Sans"/>
                <a:ea typeface="DejaVu Sans"/>
                <a:cs typeface="DejaVu Sans"/>
              </a:defRPr>
            </a:pPr>
            <a:r>
              <a:rPr sz="1950" b="1">
                <a:solidFill>
                  <a:srgbClr val="D84D20"/>
                </a:solidFill>
                <a:latin typeface="DejaVu Sans"/>
                <a:ea typeface="DejaVu Sans"/>
                <a:cs typeface="DejaVu Sans"/>
              </a:rPr>
              <a:t>A score alone cannot settle eligibility.</a:t>
            </a:r>
          </a:p>
        </p:txBody>
      </p:sp>
      <p:sp>
        <p:nvSpPr>
          <p:cNvPr id="7" name="source">
            <a:extLst xmlns:a="http://schemas.openxmlformats.org/drawingml/2006/main">
              <a:ext uri="{FF2B5EF4-FFF2-40B4-BE49-F238E27FC236}">
                <a16:creationId xmlns:a16="http://schemas.microsoft.com/office/drawing/2014/main" id="{9ECAE05B-2955-425D-A3CD-E703D94EED7D}"/>
              </a:ext>
            </a:extLst>
          </p:cNvPr>
          <p:cNvSpPr>
            <a:spLocks xmlns:a="http://schemas.openxmlformats.org/drawingml/2006/main" noGrp="1"/>
          </p:cNvSpPr>
          <p:nvPr/>
        </p:nvSpPr>
        <p:spPr>
          <a:xfrm xmlns:a="http://schemas.openxmlformats.org/drawingml/2006/main">
            <a:off x="609600" y="5857875"/>
            <a:ext cx="523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48636E"/>
                </a:solidFill>
                <a:latin typeface="DejaVu Sans"/>
                <a:ea typeface="DejaVu Sans"/>
                <a:cs typeface="DejaVu Sans"/>
              </a:defRPr>
            </a:defPPr>
            <a:lvl1pPr>
              <a:defRPr sz="1125" b="0">
                <a:solidFill>
                  <a:srgbClr val="48636E"/>
                </a:solidFill>
                <a:latin typeface="DejaVu Sans"/>
                <a:ea typeface="DejaVu Sans"/>
                <a:cs typeface="DejaVu Sans"/>
              </a:defRPr>
            </a:lvl1pPr>
            <a:lvl2pPr>
              <a:defRPr sz="1125" b="0">
                <a:solidFill>
                  <a:srgbClr val="48636E"/>
                </a:solidFill>
                <a:latin typeface="DejaVu Sans"/>
                <a:ea typeface="DejaVu Sans"/>
                <a:cs typeface="DejaVu Sans"/>
              </a:defRPr>
            </a:lvl2pPr>
            <a:lvl3pPr>
              <a:defRPr sz="1125" b="0">
                <a:solidFill>
                  <a:srgbClr val="48636E"/>
                </a:solidFill>
                <a:latin typeface="DejaVu Sans"/>
                <a:ea typeface="DejaVu Sans"/>
                <a:cs typeface="DejaVu Sans"/>
              </a:defRPr>
            </a:lvl3pPr>
            <a:lvl4pPr>
              <a:defRPr sz="1125" b="0">
                <a:solidFill>
                  <a:srgbClr val="48636E"/>
                </a:solidFill>
                <a:latin typeface="DejaVu Sans"/>
                <a:ea typeface="DejaVu Sans"/>
                <a:cs typeface="DejaVu Sans"/>
              </a:defRPr>
            </a:lvl4pPr>
            <a:lvl5pPr>
              <a:defRPr sz="1125" b="0">
                <a:solidFill>
                  <a:srgbClr val="48636E"/>
                </a:solidFill>
                <a:latin typeface="DejaVu Sans"/>
                <a:ea typeface="DejaVu Sans"/>
                <a:cs typeface="DejaVu Sans"/>
              </a:defRPr>
            </a:lvl5pPr>
            <a:lvl6pPr>
              <a:defRPr sz="1125" b="0">
                <a:solidFill>
                  <a:srgbClr val="48636E"/>
                </a:solidFill>
                <a:latin typeface="DejaVu Sans"/>
                <a:ea typeface="DejaVu Sans"/>
                <a:cs typeface="DejaVu Sans"/>
              </a:defRPr>
            </a:lvl6pPr>
            <a:lvl7pPr>
              <a:defRPr sz="1125" b="0">
                <a:solidFill>
                  <a:srgbClr val="48636E"/>
                </a:solidFill>
                <a:latin typeface="DejaVu Sans"/>
                <a:ea typeface="DejaVu Sans"/>
                <a:cs typeface="DejaVu Sans"/>
              </a:defRPr>
            </a:lvl7pPr>
            <a:lvl8pPr>
              <a:defRPr sz="1125" b="0">
                <a:solidFill>
                  <a:srgbClr val="48636E"/>
                </a:solidFill>
                <a:latin typeface="DejaVu Sans"/>
                <a:ea typeface="DejaVu Sans"/>
                <a:cs typeface="DejaVu Sans"/>
              </a:defRPr>
            </a:lvl8pPr>
            <a:lvl9pPr>
              <a:defRPr sz="1125" b="0">
                <a:solidFill>
                  <a:srgbClr val="48636E"/>
                </a:solidFill>
                <a:latin typeface="DejaVu Sans"/>
                <a:ea typeface="DejaVu Sans"/>
                <a:cs typeface="DejaVu Sans"/>
              </a:defRPr>
            </a:lvl9pPr>
          </a:lstStyle>
          <a:p xmlns:a="http://schemas.openxmlformats.org/drawingml/2006/main">
            <a:pPr>
              <a:defRPr sz="1200" b="0">
                <a:solidFill>
                  <a:srgbClr val="48636E"/>
                </a:solidFill>
                <a:latin typeface="DejaVu Sans"/>
                <a:ea typeface="DejaVu Sans"/>
                <a:cs typeface="DejaVu Sans"/>
              </a:defRPr>
            </a:pPr>
            <a:r>
              <a:rPr sz="1125" b="0">
                <a:solidFill>
                  <a:srgbClr val="48636E"/>
                </a:solidFill>
                <a:latin typeface="DejaVu Sans"/>
                <a:ea typeface="DejaVu Sans"/>
                <a:cs typeface="DejaVu Sans"/>
              </a:rPr>
              <a:t>Source: </a:t>
            </a:r>
            <a:r>
              <a:rPr sz="1125" b="0">
                <a:solidFill>
                  <a:srgbClr val="48636E"/>
                </a:solidFill>
                <a:latin typeface="DejaVu Sans"/>
                <a:ea typeface="DejaVu Sans"/>
                <a:cs typeface="DejaVu Sans"/>
                <a:hlinkClick xmlns:r="http://schemas.openxmlformats.org/officeDocument/2006/relationships" r:id="Rd7fb2a33721c47db"/>
              </a:rPr>
              <a:t>Turnitin, Using the AI Writing Report</a:t>
            </a:r>
          </a:p>
        </p:txBody>
      </p:sp>
      <p:pic>
        <p:nvPicPr>
          <p:cNvPr id="8" name="">
            <a:extLst xmlns:a="http://schemas.openxmlformats.org/drawingml/2006/main">
              <a:ext uri="{FF2B5EF4-FFF2-40B4-BE49-F238E27FC236}">
                <a16:creationId xmlns:a16="http://schemas.microsoft.com/office/drawing/2014/main" id="{534BA059-91C2-49C0-81EE-23ED8B2AE45E}"/>
              </a:ext>
            </a:extLst>
          </p:cNvPr>
          <p:cNvPicPr>
            <a:picLocks xmlns:a="http://schemas.openxmlformats.org/drawingml/2006/main" noChangeAspect="1"/>
          </p:cNvPicPr>
          <p:nvPr/>
        </p:nvPicPr>
        <p:blipFill>
          <a:blip xmlns:r="http://schemas.openxmlformats.org/officeDocument/2006/relationships" xmlns:a="http://schemas.openxmlformats.org/drawingml/2006/main" r:embed="R54ca4cf9fe7e41d0"/>
          <a:stretch xmlns:a="http://schemas.openxmlformats.org/drawingml/2006/main"/>
        </p:blipFill>
        <p:spPr>
          <a:xfrm xmlns:a="http://schemas.openxmlformats.org/drawingml/2006/main">
            <a:off x="6415088" y="2095500"/>
            <a:ext cx="4714875" cy="3143250"/>
          </a:xfrm>
          <a:prstGeom xmlns:a="http://schemas.openxmlformats.org/drawingml/2006/main" prst="rect">
            <a:avLst/>
          </a:prstGeom>
        </p:spPr>
      </p:pic>
      <p:sp>
        <p:nvSpPr>
          <p:cNvPr id="9" name="false-positive-heading">
            <a:extLst xmlns:a="http://schemas.openxmlformats.org/drawingml/2006/main">
              <a:ext uri="{FF2B5EF4-FFF2-40B4-BE49-F238E27FC236}">
                <a16:creationId xmlns:a16="http://schemas.microsoft.com/office/drawing/2014/main" id="{61644AF0-B519-4623-A32F-E777CBF92C02}"/>
              </a:ext>
            </a:extLst>
          </p:cNvPr>
          <p:cNvSpPr>
            <a:spLocks xmlns:a="http://schemas.openxmlformats.org/drawingml/2006/main" noGrp="1"/>
          </p:cNvSpPr>
          <p:nvPr/>
        </p:nvSpPr>
        <p:spPr>
          <a:xfrm xmlns:a="http://schemas.openxmlformats.org/drawingml/2006/main">
            <a:off x="609600" y="2400300"/>
            <a:ext cx="5143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007D87"/>
                </a:solidFill>
                <a:latin typeface="DejaVu Sans"/>
                <a:ea typeface="DejaVu Sans"/>
                <a:cs typeface="DejaVu Sans"/>
              </a:defRPr>
            </a:defPPr>
            <a:lvl1pPr>
              <a:defRPr sz="2175" b="1">
                <a:solidFill>
                  <a:srgbClr val="007D87"/>
                </a:solidFill>
                <a:latin typeface="DejaVu Sans"/>
                <a:ea typeface="DejaVu Sans"/>
                <a:cs typeface="DejaVu Sans"/>
              </a:defRPr>
            </a:lvl1pPr>
            <a:lvl2pPr>
              <a:defRPr sz="2175" b="1">
                <a:solidFill>
                  <a:srgbClr val="007D87"/>
                </a:solidFill>
                <a:latin typeface="DejaVu Sans"/>
                <a:ea typeface="DejaVu Sans"/>
                <a:cs typeface="DejaVu Sans"/>
              </a:defRPr>
            </a:lvl2pPr>
            <a:lvl3pPr>
              <a:defRPr sz="2175" b="1">
                <a:solidFill>
                  <a:srgbClr val="007D87"/>
                </a:solidFill>
                <a:latin typeface="DejaVu Sans"/>
                <a:ea typeface="DejaVu Sans"/>
                <a:cs typeface="DejaVu Sans"/>
              </a:defRPr>
            </a:lvl3pPr>
            <a:lvl4pPr>
              <a:defRPr sz="2175" b="1">
                <a:solidFill>
                  <a:srgbClr val="007D87"/>
                </a:solidFill>
                <a:latin typeface="DejaVu Sans"/>
                <a:ea typeface="DejaVu Sans"/>
                <a:cs typeface="DejaVu Sans"/>
              </a:defRPr>
            </a:lvl4pPr>
            <a:lvl5pPr>
              <a:defRPr sz="2175" b="1">
                <a:solidFill>
                  <a:srgbClr val="007D87"/>
                </a:solidFill>
                <a:latin typeface="DejaVu Sans"/>
                <a:ea typeface="DejaVu Sans"/>
                <a:cs typeface="DejaVu Sans"/>
              </a:defRPr>
            </a:lvl5pPr>
            <a:lvl6pPr>
              <a:defRPr sz="2175" b="1">
                <a:solidFill>
                  <a:srgbClr val="007D87"/>
                </a:solidFill>
                <a:latin typeface="DejaVu Sans"/>
                <a:ea typeface="DejaVu Sans"/>
                <a:cs typeface="DejaVu Sans"/>
              </a:defRPr>
            </a:lvl6pPr>
            <a:lvl7pPr>
              <a:defRPr sz="2175" b="1">
                <a:solidFill>
                  <a:srgbClr val="007D87"/>
                </a:solidFill>
                <a:latin typeface="DejaVu Sans"/>
                <a:ea typeface="DejaVu Sans"/>
                <a:cs typeface="DejaVu Sans"/>
              </a:defRPr>
            </a:lvl7pPr>
            <a:lvl8pPr>
              <a:defRPr sz="2175" b="1">
                <a:solidFill>
                  <a:srgbClr val="007D87"/>
                </a:solidFill>
                <a:latin typeface="DejaVu Sans"/>
                <a:ea typeface="DejaVu Sans"/>
                <a:cs typeface="DejaVu Sans"/>
              </a:defRPr>
            </a:lvl8pPr>
            <a:lvl9pPr>
              <a:defRPr sz="2175" b="1">
                <a:solidFill>
                  <a:srgbClr val="007D87"/>
                </a:solidFill>
                <a:latin typeface="DejaVu Sans"/>
                <a:ea typeface="DejaVu Sans"/>
                <a:cs typeface="DejaVu Sans"/>
              </a:defRPr>
            </a:lvl9pPr>
          </a:lstStyle>
          <a:p xmlns:a="http://schemas.openxmlformats.org/drawingml/2006/main">
            <a:pPr>
              <a:defRPr sz="2175" b="1">
                <a:solidFill>
                  <a:srgbClr val="007D87"/>
                </a:solidFill>
                <a:latin typeface="DejaVu Sans"/>
                <a:ea typeface="DejaVu Sans"/>
                <a:cs typeface="DejaVu Sans"/>
              </a:defRPr>
            </a:pPr>
            <a:r>
              <a:rPr sz="2175" b="1">
                <a:solidFill>
                  <a:srgbClr val="007D87"/>
                </a:solidFill>
                <a:latin typeface="DejaVu Sans"/>
                <a:ea typeface="DejaVu Sans"/>
                <a:cs typeface="DejaVu Sans"/>
              </a:rPr>
              <a:t>FALSE POSITIVE</a:t>
            </a:r>
          </a:p>
        </p:txBody>
      </p:sp>
      <p:sp>
        <p:nvSpPr>
          <p:cNvPr id="10" name="false-positive-caption">
            <a:extLst xmlns:a="http://schemas.openxmlformats.org/drawingml/2006/main">
              <a:ext uri="{FF2B5EF4-FFF2-40B4-BE49-F238E27FC236}">
                <a16:creationId xmlns:a16="http://schemas.microsoft.com/office/drawing/2014/main" id="{3E412835-6494-4724-9763-E7E980633811}"/>
              </a:ext>
            </a:extLst>
          </p:cNvPr>
          <p:cNvSpPr>
            <a:spLocks xmlns:a="http://schemas.openxmlformats.org/drawingml/2006/main" noGrp="1"/>
          </p:cNvSpPr>
          <p:nvPr/>
        </p:nvSpPr>
        <p:spPr>
          <a:xfrm xmlns:a="http://schemas.openxmlformats.org/drawingml/2006/main">
            <a:off x="609600" y="29527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0">
                <a:solidFill>
                  <a:srgbClr val="123E4F"/>
                </a:solidFill>
                <a:latin typeface="DejaVu Sans"/>
                <a:ea typeface="DejaVu Sans"/>
                <a:cs typeface="DejaVu Sans"/>
              </a:defRPr>
            </a:defPPr>
            <a:lvl1pPr>
              <a:defRPr sz="2325" b="0">
                <a:solidFill>
                  <a:srgbClr val="123E4F"/>
                </a:solidFill>
                <a:latin typeface="DejaVu Sans"/>
                <a:ea typeface="DejaVu Sans"/>
                <a:cs typeface="DejaVu Sans"/>
              </a:defRPr>
            </a:lvl1pPr>
            <a:lvl2pPr>
              <a:defRPr sz="2325" b="0">
                <a:solidFill>
                  <a:srgbClr val="123E4F"/>
                </a:solidFill>
                <a:latin typeface="DejaVu Sans"/>
                <a:ea typeface="DejaVu Sans"/>
                <a:cs typeface="DejaVu Sans"/>
              </a:defRPr>
            </a:lvl2pPr>
            <a:lvl3pPr>
              <a:defRPr sz="2325" b="0">
                <a:solidFill>
                  <a:srgbClr val="123E4F"/>
                </a:solidFill>
                <a:latin typeface="DejaVu Sans"/>
                <a:ea typeface="DejaVu Sans"/>
                <a:cs typeface="DejaVu Sans"/>
              </a:defRPr>
            </a:lvl3pPr>
            <a:lvl4pPr>
              <a:defRPr sz="2325" b="0">
                <a:solidFill>
                  <a:srgbClr val="123E4F"/>
                </a:solidFill>
                <a:latin typeface="DejaVu Sans"/>
                <a:ea typeface="DejaVu Sans"/>
                <a:cs typeface="DejaVu Sans"/>
              </a:defRPr>
            </a:lvl4pPr>
            <a:lvl5pPr>
              <a:defRPr sz="2325" b="0">
                <a:solidFill>
                  <a:srgbClr val="123E4F"/>
                </a:solidFill>
                <a:latin typeface="DejaVu Sans"/>
                <a:ea typeface="DejaVu Sans"/>
                <a:cs typeface="DejaVu Sans"/>
              </a:defRPr>
            </a:lvl5pPr>
            <a:lvl6pPr>
              <a:defRPr sz="2325" b="0">
                <a:solidFill>
                  <a:srgbClr val="123E4F"/>
                </a:solidFill>
                <a:latin typeface="DejaVu Sans"/>
                <a:ea typeface="DejaVu Sans"/>
                <a:cs typeface="DejaVu Sans"/>
              </a:defRPr>
            </a:lvl6pPr>
            <a:lvl7pPr>
              <a:defRPr sz="2325" b="0">
                <a:solidFill>
                  <a:srgbClr val="123E4F"/>
                </a:solidFill>
                <a:latin typeface="DejaVu Sans"/>
                <a:ea typeface="DejaVu Sans"/>
                <a:cs typeface="DejaVu Sans"/>
              </a:defRPr>
            </a:lvl7pPr>
            <a:lvl8pPr>
              <a:defRPr sz="2325" b="0">
                <a:solidFill>
                  <a:srgbClr val="123E4F"/>
                </a:solidFill>
                <a:latin typeface="DejaVu Sans"/>
                <a:ea typeface="DejaVu Sans"/>
                <a:cs typeface="DejaVu Sans"/>
              </a:defRPr>
            </a:lvl8pPr>
            <a:lvl9pPr>
              <a:defRPr sz="2325" b="0">
                <a:solidFill>
                  <a:srgbClr val="123E4F"/>
                </a:solidFill>
                <a:latin typeface="DejaVu Sans"/>
                <a:ea typeface="DejaVu Sans"/>
                <a:cs typeface="DejaVu Sans"/>
              </a:defRPr>
            </a:lvl9pPr>
          </a:lstStyle>
          <a:p xmlns:a="http://schemas.openxmlformats.org/drawingml/2006/main">
            <a:pPr>
              <a:defRPr sz="2325" b="0">
                <a:solidFill>
                  <a:srgbClr val="123E4F"/>
                </a:solidFill>
                <a:latin typeface="DejaVu Sans"/>
                <a:ea typeface="DejaVu Sans"/>
                <a:cs typeface="DejaVu Sans"/>
              </a:defRPr>
            </a:pPr>
            <a:r>
              <a:rPr sz="2325" b="0">
                <a:solidFill>
                  <a:srgbClr val="123E4F"/>
                </a:solidFill>
                <a:latin typeface="DejaVu Sans"/>
                <a:ea typeface="DejaVu Sans"/>
                <a:cs typeface="DejaVu Sans"/>
              </a:rPr>
              <a:t>Human-written text</a:t>
            </a:r>
          </a:p>
          <a:p xmlns:a="http://schemas.openxmlformats.org/drawingml/2006/main">
            <a:pPr>
              <a:defRPr sz="2325" b="0">
                <a:solidFill>
                  <a:srgbClr val="123E4F"/>
                </a:solidFill>
                <a:latin typeface="DejaVu Sans"/>
                <a:ea typeface="DejaVu Sans"/>
                <a:cs typeface="DejaVu Sans"/>
              </a:defRPr>
            </a:pPr>
            <a:r>
              <a:rPr sz="2325" b="0">
                <a:solidFill>
                  <a:srgbClr val="123E4F"/>
                </a:solidFill>
                <a:latin typeface="DejaVu Sans"/>
                <a:ea typeface="DejaVu Sans"/>
                <a:cs typeface="DejaVu Sans"/>
              </a:rPr>
              <a:t>gets flagged.</a:t>
            </a:r>
          </a:p>
        </p:txBody>
      </p:sp>
      <p:sp>
        <p:nvSpPr>
          <p:cNvPr id="11" name="false-negative-heading">
            <a:extLst xmlns:a="http://schemas.openxmlformats.org/drawingml/2006/main">
              <a:ext uri="{FF2B5EF4-FFF2-40B4-BE49-F238E27FC236}">
                <a16:creationId xmlns:a16="http://schemas.microsoft.com/office/drawing/2014/main" id="{76BFB6D0-F8CE-406A-8075-C54E6C563A05}"/>
              </a:ext>
            </a:extLst>
          </p:cNvPr>
          <p:cNvSpPr>
            <a:spLocks xmlns:a="http://schemas.openxmlformats.org/drawingml/2006/main" noGrp="1"/>
          </p:cNvSpPr>
          <p:nvPr/>
        </p:nvSpPr>
        <p:spPr>
          <a:xfrm xmlns:a="http://schemas.openxmlformats.org/drawingml/2006/main">
            <a:off x="609600" y="4019550"/>
            <a:ext cx="5143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D84D20"/>
                </a:solidFill>
                <a:latin typeface="DejaVu Sans"/>
                <a:ea typeface="DejaVu Sans"/>
                <a:cs typeface="DejaVu Sans"/>
              </a:defRPr>
            </a:defPPr>
            <a:lvl1pPr>
              <a:defRPr sz="2175" b="1">
                <a:solidFill>
                  <a:srgbClr val="D84D20"/>
                </a:solidFill>
                <a:latin typeface="DejaVu Sans"/>
                <a:ea typeface="DejaVu Sans"/>
                <a:cs typeface="DejaVu Sans"/>
              </a:defRPr>
            </a:lvl1pPr>
            <a:lvl2pPr>
              <a:defRPr sz="2175" b="1">
                <a:solidFill>
                  <a:srgbClr val="D84D20"/>
                </a:solidFill>
                <a:latin typeface="DejaVu Sans"/>
                <a:ea typeface="DejaVu Sans"/>
                <a:cs typeface="DejaVu Sans"/>
              </a:defRPr>
            </a:lvl2pPr>
            <a:lvl3pPr>
              <a:defRPr sz="2175" b="1">
                <a:solidFill>
                  <a:srgbClr val="D84D20"/>
                </a:solidFill>
                <a:latin typeface="DejaVu Sans"/>
                <a:ea typeface="DejaVu Sans"/>
                <a:cs typeface="DejaVu Sans"/>
              </a:defRPr>
            </a:lvl3pPr>
            <a:lvl4pPr>
              <a:defRPr sz="2175" b="1">
                <a:solidFill>
                  <a:srgbClr val="D84D20"/>
                </a:solidFill>
                <a:latin typeface="DejaVu Sans"/>
                <a:ea typeface="DejaVu Sans"/>
                <a:cs typeface="DejaVu Sans"/>
              </a:defRPr>
            </a:lvl4pPr>
            <a:lvl5pPr>
              <a:defRPr sz="2175" b="1">
                <a:solidFill>
                  <a:srgbClr val="D84D20"/>
                </a:solidFill>
                <a:latin typeface="DejaVu Sans"/>
                <a:ea typeface="DejaVu Sans"/>
                <a:cs typeface="DejaVu Sans"/>
              </a:defRPr>
            </a:lvl5pPr>
            <a:lvl6pPr>
              <a:defRPr sz="2175" b="1">
                <a:solidFill>
                  <a:srgbClr val="D84D20"/>
                </a:solidFill>
                <a:latin typeface="DejaVu Sans"/>
                <a:ea typeface="DejaVu Sans"/>
                <a:cs typeface="DejaVu Sans"/>
              </a:defRPr>
            </a:lvl6pPr>
            <a:lvl7pPr>
              <a:defRPr sz="2175" b="1">
                <a:solidFill>
                  <a:srgbClr val="D84D20"/>
                </a:solidFill>
                <a:latin typeface="DejaVu Sans"/>
                <a:ea typeface="DejaVu Sans"/>
                <a:cs typeface="DejaVu Sans"/>
              </a:defRPr>
            </a:lvl7pPr>
            <a:lvl8pPr>
              <a:defRPr sz="2175" b="1">
                <a:solidFill>
                  <a:srgbClr val="D84D20"/>
                </a:solidFill>
                <a:latin typeface="DejaVu Sans"/>
                <a:ea typeface="DejaVu Sans"/>
                <a:cs typeface="DejaVu Sans"/>
              </a:defRPr>
            </a:lvl8pPr>
            <a:lvl9pPr>
              <a:defRPr sz="2175" b="1">
                <a:solidFill>
                  <a:srgbClr val="D84D20"/>
                </a:solidFill>
                <a:latin typeface="DejaVu Sans"/>
                <a:ea typeface="DejaVu Sans"/>
                <a:cs typeface="DejaVu Sans"/>
              </a:defRPr>
            </a:lvl9pPr>
          </a:lstStyle>
          <a:p xmlns:a="http://schemas.openxmlformats.org/drawingml/2006/main">
            <a:pPr>
              <a:defRPr sz="2175" b="1">
                <a:solidFill>
                  <a:srgbClr val="D84D20"/>
                </a:solidFill>
                <a:latin typeface="DejaVu Sans"/>
                <a:ea typeface="DejaVu Sans"/>
                <a:cs typeface="DejaVu Sans"/>
              </a:defRPr>
            </a:pPr>
            <a:r>
              <a:rPr sz="2175" b="1">
                <a:solidFill>
                  <a:srgbClr val="D84D20"/>
                </a:solidFill>
                <a:latin typeface="DejaVu Sans"/>
                <a:ea typeface="DejaVu Sans"/>
                <a:cs typeface="DejaVu Sans"/>
              </a:rPr>
              <a:t>FALSE NEGATIVE</a:t>
            </a:r>
          </a:p>
        </p:txBody>
      </p:sp>
      <p:sp>
        <p:nvSpPr>
          <p:cNvPr id="12" name="false-negative-caption">
            <a:extLst xmlns:a="http://schemas.openxmlformats.org/drawingml/2006/main">
              <a:ext uri="{FF2B5EF4-FFF2-40B4-BE49-F238E27FC236}">
                <a16:creationId xmlns:a16="http://schemas.microsoft.com/office/drawing/2014/main" id="{09E9A8CD-A381-41BC-9B1E-E79C9700B9AB}"/>
              </a:ext>
            </a:extLst>
          </p:cNvPr>
          <p:cNvSpPr>
            <a:spLocks xmlns:a="http://schemas.openxmlformats.org/drawingml/2006/main" noGrp="1"/>
          </p:cNvSpPr>
          <p:nvPr/>
        </p:nvSpPr>
        <p:spPr>
          <a:xfrm xmlns:a="http://schemas.openxmlformats.org/drawingml/2006/main">
            <a:off x="609600" y="4572000"/>
            <a:ext cx="5048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0">
                <a:solidFill>
                  <a:srgbClr val="123E4F"/>
                </a:solidFill>
                <a:latin typeface="DejaVu Sans"/>
                <a:ea typeface="DejaVu Sans"/>
                <a:cs typeface="DejaVu Sans"/>
              </a:defRPr>
            </a:defPPr>
            <a:lvl1pPr>
              <a:defRPr sz="2325" b="0">
                <a:solidFill>
                  <a:srgbClr val="123E4F"/>
                </a:solidFill>
                <a:latin typeface="DejaVu Sans"/>
                <a:ea typeface="DejaVu Sans"/>
                <a:cs typeface="DejaVu Sans"/>
              </a:defRPr>
            </a:lvl1pPr>
            <a:lvl2pPr>
              <a:defRPr sz="2325" b="0">
                <a:solidFill>
                  <a:srgbClr val="123E4F"/>
                </a:solidFill>
                <a:latin typeface="DejaVu Sans"/>
                <a:ea typeface="DejaVu Sans"/>
                <a:cs typeface="DejaVu Sans"/>
              </a:defRPr>
            </a:lvl2pPr>
            <a:lvl3pPr>
              <a:defRPr sz="2325" b="0">
                <a:solidFill>
                  <a:srgbClr val="123E4F"/>
                </a:solidFill>
                <a:latin typeface="DejaVu Sans"/>
                <a:ea typeface="DejaVu Sans"/>
                <a:cs typeface="DejaVu Sans"/>
              </a:defRPr>
            </a:lvl3pPr>
            <a:lvl4pPr>
              <a:defRPr sz="2325" b="0">
                <a:solidFill>
                  <a:srgbClr val="123E4F"/>
                </a:solidFill>
                <a:latin typeface="DejaVu Sans"/>
                <a:ea typeface="DejaVu Sans"/>
                <a:cs typeface="DejaVu Sans"/>
              </a:defRPr>
            </a:lvl4pPr>
            <a:lvl5pPr>
              <a:defRPr sz="2325" b="0">
                <a:solidFill>
                  <a:srgbClr val="123E4F"/>
                </a:solidFill>
                <a:latin typeface="DejaVu Sans"/>
                <a:ea typeface="DejaVu Sans"/>
                <a:cs typeface="DejaVu Sans"/>
              </a:defRPr>
            </a:lvl5pPr>
            <a:lvl6pPr>
              <a:defRPr sz="2325" b="0">
                <a:solidFill>
                  <a:srgbClr val="123E4F"/>
                </a:solidFill>
                <a:latin typeface="DejaVu Sans"/>
                <a:ea typeface="DejaVu Sans"/>
                <a:cs typeface="DejaVu Sans"/>
              </a:defRPr>
            </a:lvl6pPr>
            <a:lvl7pPr>
              <a:defRPr sz="2325" b="0">
                <a:solidFill>
                  <a:srgbClr val="123E4F"/>
                </a:solidFill>
                <a:latin typeface="DejaVu Sans"/>
                <a:ea typeface="DejaVu Sans"/>
                <a:cs typeface="DejaVu Sans"/>
              </a:defRPr>
            </a:lvl7pPr>
            <a:lvl8pPr>
              <a:defRPr sz="2325" b="0">
                <a:solidFill>
                  <a:srgbClr val="123E4F"/>
                </a:solidFill>
                <a:latin typeface="DejaVu Sans"/>
                <a:ea typeface="DejaVu Sans"/>
                <a:cs typeface="DejaVu Sans"/>
              </a:defRPr>
            </a:lvl8pPr>
            <a:lvl9pPr>
              <a:defRPr sz="2325" b="0">
                <a:solidFill>
                  <a:srgbClr val="123E4F"/>
                </a:solidFill>
                <a:latin typeface="DejaVu Sans"/>
                <a:ea typeface="DejaVu Sans"/>
                <a:cs typeface="DejaVu Sans"/>
              </a:defRPr>
            </a:lvl9pPr>
          </a:lstStyle>
          <a:p xmlns:a="http://schemas.openxmlformats.org/drawingml/2006/main">
            <a:pPr>
              <a:defRPr sz="2325" b="0">
                <a:solidFill>
                  <a:srgbClr val="123E4F"/>
                </a:solidFill>
                <a:latin typeface="DejaVu Sans"/>
                <a:ea typeface="DejaVu Sans"/>
                <a:cs typeface="DejaVu Sans"/>
              </a:defRPr>
            </a:pPr>
            <a:r>
              <a:rPr sz="2325" b="0">
                <a:solidFill>
                  <a:srgbClr val="123E4F"/>
                </a:solidFill>
                <a:latin typeface="DejaVu Sans"/>
                <a:ea typeface="DejaVu Sans"/>
                <a:cs typeface="DejaVu Sans"/>
              </a:rPr>
              <a:t>AI-generated text</a:t>
            </a:r>
          </a:p>
          <a:p xmlns:a="http://schemas.openxmlformats.org/drawingml/2006/main">
            <a:pPr>
              <a:defRPr sz="2325" b="0">
                <a:solidFill>
                  <a:srgbClr val="123E4F"/>
                </a:solidFill>
                <a:latin typeface="DejaVu Sans"/>
                <a:ea typeface="DejaVu Sans"/>
                <a:cs typeface="DejaVu Sans"/>
              </a:defRPr>
            </a:pPr>
            <a:r>
              <a:rPr sz="2325" b="0">
                <a:solidFill>
                  <a:srgbClr val="123E4F"/>
                </a:solidFill>
                <a:latin typeface="DejaVu Sans"/>
                <a:ea typeface="DejaVu Sans"/>
                <a:cs typeface="DejaVu Sans"/>
              </a:rPr>
              <a:t>goes unflagged.</a:t>
            </a:r>
          </a:p>
        </p:txBody>
      </p:sp>
    </p:spTree>
    <p:extLst>
      <p:ext uri="{BB962C8B-B14F-4D97-AF65-F5344CB8AC3E}">
        <p14:creationId xmlns:p14="http://schemas.microsoft.com/office/powerpoint/2010/main" val="16267328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86D8094-238D-4BE4-8AC6-82E839058782}"/>
              </a:ext>
            </a:extLst>
          </p:cNvPr>
          <p:cNvPicPr>
            <a:picLocks xmlns:a="http://schemas.openxmlformats.org/drawingml/2006/main" noChangeAspect="1"/>
          </p:cNvPicPr>
          <p:nvPr/>
        </p:nvPicPr>
        <p:blipFill>
          <a:blip xmlns:r="http://schemas.openxmlformats.org/officeDocument/2006/relationships" xmlns:a="http://schemas.openxmlformats.org/drawingml/2006/main" r:embed="R12d89b9a99324505"/>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39B1A227-7521-4DF5-90F3-78DB10E9A09E}"/>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flagged essay case conference</a:t>
            </a:r>
          </a:p>
        </p:txBody>
      </p:sp>
      <p:sp>
        <p:nvSpPr>
          <p:cNvPr id="4" name="subtitle">
            <a:extLst xmlns:a="http://schemas.openxmlformats.org/drawingml/2006/main">
              <a:ext uri="{FF2B5EF4-FFF2-40B4-BE49-F238E27FC236}">
                <a16:creationId xmlns:a16="http://schemas.microsoft.com/office/drawing/2014/main" id="{A2B7DA19-8A1E-4F84-AB9F-29E18954CB4C}"/>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Fictional case: a detector flags the essay. Activities and references agree.</a:t>
            </a:r>
          </a:p>
        </p:txBody>
      </p:sp>
      <p:sp>
        <p:nvSpPr>
          <p:cNvPr id="5" name="slide-number">
            <a:extLst xmlns:a="http://schemas.openxmlformats.org/drawingml/2006/main">
              <a:ext uri="{FF2B5EF4-FFF2-40B4-BE49-F238E27FC236}">
                <a16:creationId xmlns:a16="http://schemas.microsoft.com/office/drawing/2014/main" id="{C4D07BD1-9ECD-468C-AA0A-4DDD0E0BE572}"/>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15</a:t>
            </a:r>
          </a:p>
        </p:txBody>
      </p:sp>
      <p:sp>
        <p:nvSpPr>
          <p:cNvPr id="6" name="activity-timing">
            <a:extLst xmlns:a="http://schemas.openxmlformats.org/drawingml/2006/main">
              <a:ext uri="{FF2B5EF4-FFF2-40B4-BE49-F238E27FC236}">
                <a16:creationId xmlns:a16="http://schemas.microsoft.com/office/drawing/2014/main" id="{D8A9B849-2826-4E25-9561-410AFA7824FC}"/>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7     4 MINUTES     GROUPS OF THREE</a:t>
            </a:r>
          </a:p>
        </p:txBody>
      </p:sp>
      <p:pic>
        <p:nvPicPr>
          <p:cNvPr id="7" name="">
            <a:extLst xmlns:a="http://schemas.openxmlformats.org/drawingml/2006/main">
              <a:ext uri="{FF2B5EF4-FFF2-40B4-BE49-F238E27FC236}">
                <a16:creationId xmlns:a16="http://schemas.microsoft.com/office/drawing/2014/main" id="{A4FD23EC-0129-4A47-A5E2-276ECE308A4A}"/>
              </a:ext>
            </a:extLst>
          </p:cNvPr>
          <p:cNvPicPr>
            <a:picLocks xmlns:a="http://schemas.openxmlformats.org/drawingml/2006/main" noChangeAspect="1"/>
          </p:cNvPicPr>
          <p:nvPr/>
        </p:nvPicPr>
        <p:blipFill>
          <a:blip xmlns:r="http://schemas.openxmlformats.org/officeDocument/2006/relationships" xmlns:a="http://schemas.openxmlformats.org/drawingml/2006/main" r:embed="R311a8eb22c5547b5"/>
          <a:stretch xmlns:a="http://schemas.openxmlformats.org/drawingml/2006/main"/>
        </p:blipFill>
        <p:spPr>
          <a:xfrm xmlns:a="http://schemas.openxmlformats.org/drawingml/2006/main">
            <a:off x="611981" y="2124075"/>
            <a:ext cx="5043488" cy="3362325"/>
          </a:xfrm>
          <a:prstGeom xmlns:a="http://schemas.openxmlformats.org/drawingml/2006/main" prst="rect">
            <a:avLst/>
          </a:prstGeom>
        </p:spPr>
      </p:pic>
      <p:sp>
        <p:nvSpPr>
          <p:cNvPr id="8" name="case-policy-label">
            <a:extLst xmlns:a="http://schemas.openxmlformats.org/drawingml/2006/main">
              <a:ext uri="{FF2B5EF4-FFF2-40B4-BE49-F238E27FC236}">
                <a16:creationId xmlns:a16="http://schemas.microsoft.com/office/drawing/2014/main" id="{8610497B-F88B-4D82-B183-813FDE948555}"/>
              </a:ext>
            </a:extLst>
          </p:cNvPr>
          <p:cNvSpPr>
            <a:spLocks xmlns:a="http://schemas.openxmlformats.org/drawingml/2006/main" noGrp="1"/>
          </p:cNvSpPr>
          <p:nvPr/>
        </p:nvSpPr>
        <p:spPr>
          <a:xfrm xmlns:a="http://schemas.openxmlformats.org/drawingml/2006/main">
            <a:off x="6191250" y="2200275"/>
            <a:ext cx="5381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7D87"/>
                </a:solidFill>
                <a:latin typeface="DejaVu Sans"/>
                <a:ea typeface="DejaVu Sans"/>
                <a:cs typeface="DejaVu Sans"/>
              </a:defRPr>
            </a:defPPr>
            <a:lvl1pPr>
              <a:defRPr sz="1500" b="1">
                <a:solidFill>
                  <a:srgbClr val="007D87"/>
                </a:solidFill>
                <a:latin typeface="DejaVu Sans"/>
                <a:ea typeface="DejaVu Sans"/>
                <a:cs typeface="DejaVu Sans"/>
              </a:defRPr>
            </a:lvl1pPr>
            <a:lvl2pPr>
              <a:defRPr sz="1500" b="1">
                <a:solidFill>
                  <a:srgbClr val="007D87"/>
                </a:solidFill>
                <a:latin typeface="DejaVu Sans"/>
                <a:ea typeface="DejaVu Sans"/>
                <a:cs typeface="DejaVu Sans"/>
              </a:defRPr>
            </a:lvl2pPr>
            <a:lvl3pPr>
              <a:defRPr sz="1500" b="1">
                <a:solidFill>
                  <a:srgbClr val="007D87"/>
                </a:solidFill>
                <a:latin typeface="DejaVu Sans"/>
                <a:ea typeface="DejaVu Sans"/>
                <a:cs typeface="DejaVu Sans"/>
              </a:defRPr>
            </a:lvl3pPr>
            <a:lvl4pPr>
              <a:defRPr sz="1500" b="1">
                <a:solidFill>
                  <a:srgbClr val="007D87"/>
                </a:solidFill>
                <a:latin typeface="DejaVu Sans"/>
                <a:ea typeface="DejaVu Sans"/>
                <a:cs typeface="DejaVu Sans"/>
              </a:defRPr>
            </a:lvl4pPr>
            <a:lvl5pPr>
              <a:defRPr sz="1500" b="1">
                <a:solidFill>
                  <a:srgbClr val="007D87"/>
                </a:solidFill>
                <a:latin typeface="DejaVu Sans"/>
                <a:ea typeface="DejaVu Sans"/>
                <a:cs typeface="DejaVu Sans"/>
              </a:defRPr>
            </a:lvl5pPr>
            <a:lvl6pPr>
              <a:defRPr sz="1500" b="1">
                <a:solidFill>
                  <a:srgbClr val="007D87"/>
                </a:solidFill>
                <a:latin typeface="DejaVu Sans"/>
                <a:ea typeface="DejaVu Sans"/>
                <a:cs typeface="DejaVu Sans"/>
              </a:defRPr>
            </a:lvl6pPr>
            <a:lvl7pPr>
              <a:defRPr sz="1500" b="1">
                <a:solidFill>
                  <a:srgbClr val="007D87"/>
                </a:solidFill>
                <a:latin typeface="DejaVu Sans"/>
                <a:ea typeface="DejaVu Sans"/>
                <a:cs typeface="DejaVu Sans"/>
              </a:defRPr>
            </a:lvl7pPr>
            <a:lvl8pPr>
              <a:defRPr sz="1500" b="1">
                <a:solidFill>
                  <a:srgbClr val="007D87"/>
                </a:solidFill>
                <a:latin typeface="DejaVu Sans"/>
                <a:ea typeface="DejaVu Sans"/>
                <a:cs typeface="DejaVu Sans"/>
              </a:defRPr>
            </a:lvl8pPr>
            <a:lvl9pPr>
              <a:defRPr sz="1500" b="1">
                <a:solidFill>
                  <a:srgbClr val="007D87"/>
                </a:solidFill>
                <a:latin typeface="DejaVu Sans"/>
                <a:ea typeface="DejaVu Sans"/>
                <a:cs typeface="DejaVu Sans"/>
              </a:defRPr>
            </a:lvl9pPr>
          </a:lstStyle>
          <a:p xmlns:a="http://schemas.openxmlformats.org/drawingml/2006/main">
            <a:pPr>
              <a:defRPr sz="1500" b="1">
                <a:solidFill>
                  <a:srgbClr val="007D87"/>
                </a:solidFill>
                <a:latin typeface="DejaVu Sans"/>
                <a:ea typeface="DejaVu Sans"/>
                <a:cs typeface="DejaVu Sans"/>
              </a:defRPr>
            </a:pPr>
            <a:r>
              <a:rPr sz="1500" b="1">
                <a:solidFill>
                  <a:srgbClr val="007D87"/>
                </a:solidFill>
                <a:latin typeface="DejaVu Sans"/>
                <a:ea typeface="DejaVu Sans"/>
                <a:cs typeface="DejaVu Sans"/>
              </a:rPr>
              <a:t>PUBLISHED RULE</a:t>
            </a:r>
          </a:p>
        </p:txBody>
      </p:sp>
      <p:sp>
        <p:nvSpPr>
          <p:cNvPr id="9" name="case-policy">
            <a:extLst xmlns:a="http://schemas.openxmlformats.org/drawingml/2006/main">
              <a:ext uri="{FF2B5EF4-FFF2-40B4-BE49-F238E27FC236}">
                <a16:creationId xmlns:a16="http://schemas.microsoft.com/office/drawing/2014/main" id="{E5C44067-3CFD-4E5C-B367-BDF22CBB5289}"/>
              </a:ext>
            </a:extLst>
          </p:cNvPr>
          <p:cNvSpPr>
            <a:spLocks xmlns:a="http://schemas.openxmlformats.org/drawingml/2006/main" noGrp="1"/>
          </p:cNvSpPr>
          <p:nvPr/>
        </p:nvSpPr>
        <p:spPr>
          <a:xfrm xmlns:a="http://schemas.openxmlformats.org/drawingml/2006/main">
            <a:off x="6191250" y="2647950"/>
            <a:ext cx="5381625" cy="1133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1">
                <a:solidFill>
                  <a:srgbClr val="123E4F"/>
                </a:solidFill>
                <a:latin typeface="DejaVu Sans"/>
                <a:ea typeface="DejaVu Sans"/>
                <a:cs typeface="DejaVu Sans"/>
              </a:defRPr>
            </a:defPPr>
            <a:lvl1pPr>
              <a:defRPr sz="1950" b="1">
                <a:solidFill>
                  <a:srgbClr val="123E4F"/>
                </a:solidFill>
                <a:latin typeface="DejaVu Sans"/>
                <a:ea typeface="DejaVu Sans"/>
                <a:cs typeface="DejaVu Sans"/>
              </a:defRPr>
            </a:lvl1pPr>
            <a:lvl2pPr>
              <a:defRPr sz="1950" b="1">
                <a:solidFill>
                  <a:srgbClr val="123E4F"/>
                </a:solidFill>
                <a:latin typeface="DejaVu Sans"/>
                <a:ea typeface="DejaVu Sans"/>
                <a:cs typeface="DejaVu Sans"/>
              </a:defRPr>
            </a:lvl2pPr>
            <a:lvl3pPr>
              <a:defRPr sz="1950" b="1">
                <a:solidFill>
                  <a:srgbClr val="123E4F"/>
                </a:solidFill>
                <a:latin typeface="DejaVu Sans"/>
                <a:ea typeface="DejaVu Sans"/>
                <a:cs typeface="DejaVu Sans"/>
              </a:defRPr>
            </a:lvl3pPr>
            <a:lvl4pPr>
              <a:defRPr sz="1950" b="1">
                <a:solidFill>
                  <a:srgbClr val="123E4F"/>
                </a:solidFill>
                <a:latin typeface="DejaVu Sans"/>
                <a:ea typeface="DejaVu Sans"/>
                <a:cs typeface="DejaVu Sans"/>
              </a:defRPr>
            </a:lvl4pPr>
            <a:lvl5pPr>
              <a:defRPr sz="1950" b="1">
                <a:solidFill>
                  <a:srgbClr val="123E4F"/>
                </a:solidFill>
                <a:latin typeface="DejaVu Sans"/>
                <a:ea typeface="DejaVu Sans"/>
                <a:cs typeface="DejaVu Sans"/>
              </a:defRPr>
            </a:lvl5pPr>
            <a:lvl6pPr>
              <a:defRPr sz="1950" b="1">
                <a:solidFill>
                  <a:srgbClr val="123E4F"/>
                </a:solidFill>
                <a:latin typeface="DejaVu Sans"/>
                <a:ea typeface="DejaVu Sans"/>
                <a:cs typeface="DejaVu Sans"/>
              </a:defRPr>
            </a:lvl6pPr>
            <a:lvl7pPr>
              <a:defRPr sz="1950" b="1">
                <a:solidFill>
                  <a:srgbClr val="123E4F"/>
                </a:solidFill>
                <a:latin typeface="DejaVu Sans"/>
                <a:ea typeface="DejaVu Sans"/>
                <a:cs typeface="DejaVu Sans"/>
              </a:defRPr>
            </a:lvl7pPr>
            <a:lvl8pPr>
              <a:defRPr sz="1950" b="1">
                <a:solidFill>
                  <a:srgbClr val="123E4F"/>
                </a:solidFill>
                <a:latin typeface="DejaVu Sans"/>
                <a:ea typeface="DejaVu Sans"/>
                <a:cs typeface="DejaVu Sans"/>
              </a:defRPr>
            </a:lvl8pPr>
            <a:lvl9pPr>
              <a:defRPr sz="1950" b="1">
                <a:solidFill>
                  <a:srgbClr val="123E4F"/>
                </a:solidFill>
                <a:latin typeface="DejaVu Sans"/>
                <a:ea typeface="DejaVu Sans"/>
                <a:cs typeface="DejaVu Sans"/>
              </a:defRPr>
            </a:lvl9pPr>
          </a:lstStyle>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Proofreading is allowed.</a:t>
            </a:r>
          </a:p>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Claims must be truthful.</a:t>
            </a:r>
          </a:p>
          <a:p xmlns:a="http://schemas.openxmlformats.org/drawingml/2006/main">
            <a:pPr>
              <a:defRPr sz="1950" b="1">
                <a:solidFill>
                  <a:srgbClr val="123E4F"/>
                </a:solidFill>
                <a:latin typeface="DejaVu Sans"/>
                <a:ea typeface="DejaVu Sans"/>
                <a:cs typeface="DejaVu Sans"/>
              </a:defRPr>
            </a:pPr>
            <a:r>
              <a:rPr sz="1950" b="1">
                <a:solidFill>
                  <a:srgbClr val="123E4F"/>
                </a:solidFill>
                <a:latin typeface="DejaVu Sans"/>
                <a:ea typeface="DejaVu Sans"/>
                <a:cs typeface="DejaVu Sans"/>
              </a:rPr>
              <a:t>Translation and disclosure are unspecified.</a:t>
            </a:r>
          </a:p>
        </p:txBody>
      </p:sp>
      <p:sp>
        <p:nvSpPr>
          <p:cNvPr id="10" name="role-reviewer">
            <a:extLst xmlns:a="http://schemas.openxmlformats.org/drawingml/2006/main">
              <a:ext uri="{FF2B5EF4-FFF2-40B4-BE49-F238E27FC236}">
                <a16:creationId xmlns:a16="http://schemas.microsoft.com/office/drawing/2014/main" id="{01603B07-C103-43BC-8E52-33EEE1773978}"/>
              </a:ext>
            </a:extLst>
          </p:cNvPr>
          <p:cNvSpPr>
            <a:spLocks xmlns:a="http://schemas.openxmlformats.org/drawingml/2006/main" noGrp="1"/>
          </p:cNvSpPr>
          <p:nvPr/>
        </p:nvSpPr>
        <p:spPr>
          <a:xfrm xmlns:a="http://schemas.openxmlformats.org/drawingml/2006/main">
            <a:off x="6191250" y="3943350"/>
            <a:ext cx="5381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7D87"/>
                </a:solidFill>
                <a:latin typeface="DejaVu Sans"/>
                <a:ea typeface="DejaVu Sans"/>
                <a:cs typeface="DejaVu Sans"/>
              </a:defRPr>
            </a:defPPr>
            <a:lvl1pPr>
              <a:defRPr sz="1500" b="1">
                <a:solidFill>
                  <a:srgbClr val="007D87"/>
                </a:solidFill>
                <a:latin typeface="DejaVu Sans"/>
                <a:ea typeface="DejaVu Sans"/>
                <a:cs typeface="DejaVu Sans"/>
              </a:defRPr>
            </a:lvl1pPr>
            <a:lvl2pPr>
              <a:defRPr sz="1500" b="1">
                <a:solidFill>
                  <a:srgbClr val="007D87"/>
                </a:solidFill>
                <a:latin typeface="DejaVu Sans"/>
                <a:ea typeface="DejaVu Sans"/>
                <a:cs typeface="DejaVu Sans"/>
              </a:defRPr>
            </a:lvl2pPr>
            <a:lvl3pPr>
              <a:defRPr sz="1500" b="1">
                <a:solidFill>
                  <a:srgbClr val="007D87"/>
                </a:solidFill>
                <a:latin typeface="DejaVu Sans"/>
                <a:ea typeface="DejaVu Sans"/>
                <a:cs typeface="DejaVu Sans"/>
              </a:defRPr>
            </a:lvl3pPr>
            <a:lvl4pPr>
              <a:defRPr sz="1500" b="1">
                <a:solidFill>
                  <a:srgbClr val="007D87"/>
                </a:solidFill>
                <a:latin typeface="DejaVu Sans"/>
                <a:ea typeface="DejaVu Sans"/>
                <a:cs typeface="DejaVu Sans"/>
              </a:defRPr>
            </a:lvl4pPr>
            <a:lvl5pPr>
              <a:defRPr sz="1500" b="1">
                <a:solidFill>
                  <a:srgbClr val="007D87"/>
                </a:solidFill>
                <a:latin typeface="DejaVu Sans"/>
                <a:ea typeface="DejaVu Sans"/>
                <a:cs typeface="DejaVu Sans"/>
              </a:defRPr>
            </a:lvl5pPr>
            <a:lvl6pPr>
              <a:defRPr sz="1500" b="1">
                <a:solidFill>
                  <a:srgbClr val="007D87"/>
                </a:solidFill>
                <a:latin typeface="DejaVu Sans"/>
                <a:ea typeface="DejaVu Sans"/>
                <a:cs typeface="DejaVu Sans"/>
              </a:defRPr>
            </a:lvl6pPr>
            <a:lvl7pPr>
              <a:defRPr sz="1500" b="1">
                <a:solidFill>
                  <a:srgbClr val="007D87"/>
                </a:solidFill>
                <a:latin typeface="DejaVu Sans"/>
                <a:ea typeface="DejaVu Sans"/>
                <a:cs typeface="DejaVu Sans"/>
              </a:defRPr>
            </a:lvl7pPr>
            <a:lvl8pPr>
              <a:defRPr sz="1500" b="1">
                <a:solidFill>
                  <a:srgbClr val="007D87"/>
                </a:solidFill>
                <a:latin typeface="DejaVu Sans"/>
                <a:ea typeface="DejaVu Sans"/>
                <a:cs typeface="DejaVu Sans"/>
              </a:defRPr>
            </a:lvl8pPr>
            <a:lvl9pPr>
              <a:defRPr sz="1500" b="1">
                <a:solidFill>
                  <a:srgbClr val="007D87"/>
                </a:solidFill>
                <a:latin typeface="DejaVu Sans"/>
                <a:ea typeface="DejaVu Sans"/>
                <a:cs typeface="DejaVu Sans"/>
              </a:defRPr>
            </a:lvl9pPr>
          </a:lstStyle>
          <a:p xmlns:a="http://schemas.openxmlformats.org/drawingml/2006/main">
            <a:pPr>
              <a:defRPr sz="1500" b="1">
                <a:solidFill>
                  <a:srgbClr val="007D87"/>
                </a:solidFill>
                <a:latin typeface="DejaVu Sans"/>
                <a:ea typeface="DejaVu Sans"/>
                <a:cs typeface="DejaVu Sans"/>
              </a:defRPr>
            </a:pPr>
            <a:r>
              <a:rPr sz="1500" b="1">
                <a:solidFill>
                  <a:srgbClr val="007D87"/>
                </a:solidFill>
                <a:latin typeface="DejaVu Sans"/>
                <a:ea typeface="DejaVu Sans"/>
                <a:cs typeface="DejaVu Sans"/>
              </a:rPr>
              <a:t>REVIEWER</a:t>
            </a:r>
          </a:p>
        </p:txBody>
      </p:sp>
      <p:sp>
        <p:nvSpPr>
          <p:cNvPr id="11" name="role-reviewer-question">
            <a:extLst xmlns:a="http://schemas.openxmlformats.org/drawingml/2006/main">
              <a:ext uri="{FF2B5EF4-FFF2-40B4-BE49-F238E27FC236}">
                <a16:creationId xmlns:a16="http://schemas.microsoft.com/office/drawing/2014/main" id="{A6DAE571-D0CA-4FDE-B80E-106B7F71CFC2}"/>
              </a:ext>
            </a:extLst>
          </p:cNvPr>
          <p:cNvSpPr>
            <a:spLocks xmlns:a="http://schemas.openxmlformats.org/drawingml/2006/main" noGrp="1"/>
          </p:cNvSpPr>
          <p:nvPr/>
        </p:nvSpPr>
        <p:spPr>
          <a:xfrm xmlns:a="http://schemas.openxmlformats.org/drawingml/2006/main">
            <a:off x="6191250" y="4267200"/>
            <a:ext cx="5381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What evidence needs checking?</a:t>
            </a:r>
          </a:p>
        </p:txBody>
      </p:sp>
      <p:sp>
        <p:nvSpPr>
          <p:cNvPr id="12" name="role-applicant">
            <a:extLst xmlns:a="http://schemas.openxmlformats.org/drawingml/2006/main">
              <a:ext uri="{FF2B5EF4-FFF2-40B4-BE49-F238E27FC236}">
                <a16:creationId xmlns:a16="http://schemas.microsoft.com/office/drawing/2014/main" id="{FFA3F213-FF5A-4A12-97C8-F503F81E4774}"/>
              </a:ext>
            </a:extLst>
          </p:cNvPr>
          <p:cNvSpPr>
            <a:spLocks xmlns:a="http://schemas.openxmlformats.org/drawingml/2006/main" noGrp="1"/>
          </p:cNvSpPr>
          <p:nvPr/>
        </p:nvSpPr>
        <p:spPr>
          <a:xfrm xmlns:a="http://schemas.openxmlformats.org/drawingml/2006/main">
            <a:off x="6191250" y="4657725"/>
            <a:ext cx="5381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7D87"/>
                </a:solidFill>
                <a:latin typeface="DejaVu Sans"/>
                <a:ea typeface="DejaVu Sans"/>
                <a:cs typeface="DejaVu Sans"/>
              </a:defRPr>
            </a:defPPr>
            <a:lvl1pPr>
              <a:defRPr sz="1500" b="1">
                <a:solidFill>
                  <a:srgbClr val="007D87"/>
                </a:solidFill>
                <a:latin typeface="DejaVu Sans"/>
                <a:ea typeface="DejaVu Sans"/>
                <a:cs typeface="DejaVu Sans"/>
              </a:defRPr>
            </a:lvl1pPr>
            <a:lvl2pPr>
              <a:defRPr sz="1500" b="1">
                <a:solidFill>
                  <a:srgbClr val="007D87"/>
                </a:solidFill>
                <a:latin typeface="DejaVu Sans"/>
                <a:ea typeface="DejaVu Sans"/>
                <a:cs typeface="DejaVu Sans"/>
              </a:defRPr>
            </a:lvl2pPr>
            <a:lvl3pPr>
              <a:defRPr sz="1500" b="1">
                <a:solidFill>
                  <a:srgbClr val="007D87"/>
                </a:solidFill>
                <a:latin typeface="DejaVu Sans"/>
                <a:ea typeface="DejaVu Sans"/>
                <a:cs typeface="DejaVu Sans"/>
              </a:defRPr>
            </a:lvl3pPr>
            <a:lvl4pPr>
              <a:defRPr sz="1500" b="1">
                <a:solidFill>
                  <a:srgbClr val="007D87"/>
                </a:solidFill>
                <a:latin typeface="DejaVu Sans"/>
                <a:ea typeface="DejaVu Sans"/>
                <a:cs typeface="DejaVu Sans"/>
              </a:defRPr>
            </a:lvl4pPr>
            <a:lvl5pPr>
              <a:defRPr sz="1500" b="1">
                <a:solidFill>
                  <a:srgbClr val="007D87"/>
                </a:solidFill>
                <a:latin typeface="DejaVu Sans"/>
                <a:ea typeface="DejaVu Sans"/>
                <a:cs typeface="DejaVu Sans"/>
              </a:defRPr>
            </a:lvl5pPr>
            <a:lvl6pPr>
              <a:defRPr sz="1500" b="1">
                <a:solidFill>
                  <a:srgbClr val="007D87"/>
                </a:solidFill>
                <a:latin typeface="DejaVu Sans"/>
                <a:ea typeface="DejaVu Sans"/>
                <a:cs typeface="DejaVu Sans"/>
              </a:defRPr>
            </a:lvl6pPr>
            <a:lvl7pPr>
              <a:defRPr sz="1500" b="1">
                <a:solidFill>
                  <a:srgbClr val="007D87"/>
                </a:solidFill>
                <a:latin typeface="DejaVu Sans"/>
                <a:ea typeface="DejaVu Sans"/>
                <a:cs typeface="DejaVu Sans"/>
              </a:defRPr>
            </a:lvl7pPr>
            <a:lvl8pPr>
              <a:defRPr sz="1500" b="1">
                <a:solidFill>
                  <a:srgbClr val="007D87"/>
                </a:solidFill>
                <a:latin typeface="DejaVu Sans"/>
                <a:ea typeface="DejaVu Sans"/>
                <a:cs typeface="DejaVu Sans"/>
              </a:defRPr>
            </a:lvl8pPr>
            <a:lvl9pPr>
              <a:defRPr sz="1500" b="1">
                <a:solidFill>
                  <a:srgbClr val="007D87"/>
                </a:solidFill>
                <a:latin typeface="DejaVu Sans"/>
                <a:ea typeface="DejaVu Sans"/>
                <a:cs typeface="DejaVu Sans"/>
              </a:defRPr>
            </a:lvl9pPr>
          </a:lstStyle>
          <a:p xmlns:a="http://schemas.openxmlformats.org/drawingml/2006/main">
            <a:pPr>
              <a:defRPr sz="1500" b="1">
                <a:solidFill>
                  <a:srgbClr val="007D87"/>
                </a:solidFill>
                <a:latin typeface="DejaVu Sans"/>
                <a:ea typeface="DejaVu Sans"/>
                <a:cs typeface="DejaVu Sans"/>
              </a:defRPr>
            </a:pPr>
            <a:r>
              <a:rPr sz="1500" b="1">
                <a:solidFill>
                  <a:srgbClr val="007D87"/>
                </a:solidFill>
                <a:latin typeface="DejaVu Sans"/>
                <a:ea typeface="DejaVu Sans"/>
                <a:cs typeface="DejaVu Sans"/>
              </a:rPr>
              <a:t>APPLICANT</a:t>
            </a:r>
          </a:p>
        </p:txBody>
      </p:sp>
      <p:sp>
        <p:nvSpPr>
          <p:cNvPr id="13" name="role-applicant-question">
            <a:extLst xmlns:a="http://schemas.openxmlformats.org/drawingml/2006/main">
              <a:ext uri="{FF2B5EF4-FFF2-40B4-BE49-F238E27FC236}">
                <a16:creationId xmlns:a16="http://schemas.microsoft.com/office/drawing/2014/main" id="{748B4DD0-604F-4D0D-956D-5BA7DA7977F9}"/>
              </a:ext>
            </a:extLst>
          </p:cNvPr>
          <p:cNvSpPr>
            <a:spLocks xmlns:a="http://schemas.openxmlformats.org/drawingml/2006/main" noGrp="1"/>
          </p:cNvSpPr>
          <p:nvPr/>
        </p:nvSpPr>
        <p:spPr>
          <a:xfrm xmlns:a="http://schemas.openxmlformats.org/drawingml/2006/main">
            <a:off x="6191250" y="4981575"/>
            <a:ext cx="5381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What neutral question could you answer?</a:t>
            </a:r>
          </a:p>
        </p:txBody>
      </p:sp>
      <p:sp>
        <p:nvSpPr>
          <p:cNvPr id="14" name="role-observer">
            <a:extLst xmlns:a="http://schemas.openxmlformats.org/drawingml/2006/main">
              <a:ext uri="{FF2B5EF4-FFF2-40B4-BE49-F238E27FC236}">
                <a16:creationId xmlns:a16="http://schemas.microsoft.com/office/drawing/2014/main" id="{6482EA18-098A-46AE-8EFD-4D6C3531618B}"/>
              </a:ext>
            </a:extLst>
          </p:cNvPr>
          <p:cNvSpPr>
            <a:spLocks xmlns:a="http://schemas.openxmlformats.org/drawingml/2006/main" noGrp="1"/>
          </p:cNvSpPr>
          <p:nvPr/>
        </p:nvSpPr>
        <p:spPr>
          <a:xfrm xmlns:a="http://schemas.openxmlformats.org/drawingml/2006/main">
            <a:off x="6191250" y="5372100"/>
            <a:ext cx="5381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D84D20"/>
                </a:solidFill>
                <a:latin typeface="DejaVu Sans"/>
                <a:ea typeface="DejaVu Sans"/>
                <a:cs typeface="DejaVu Sans"/>
              </a:defRPr>
            </a:defPPr>
            <a:lvl1pPr>
              <a:defRPr sz="1500" b="1">
                <a:solidFill>
                  <a:srgbClr val="D84D20"/>
                </a:solidFill>
                <a:latin typeface="DejaVu Sans"/>
                <a:ea typeface="DejaVu Sans"/>
                <a:cs typeface="DejaVu Sans"/>
              </a:defRPr>
            </a:lvl1pPr>
            <a:lvl2pPr>
              <a:defRPr sz="1500" b="1">
                <a:solidFill>
                  <a:srgbClr val="D84D20"/>
                </a:solidFill>
                <a:latin typeface="DejaVu Sans"/>
                <a:ea typeface="DejaVu Sans"/>
                <a:cs typeface="DejaVu Sans"/>
              </a:defRPr>
            </a:lvl2pPr>
            <a:lvl3pPr>
              <a:defRPr sz="1500" b="1">
                <a:solidFill>
                  <a:srgbClr val="D84D20"/>
                </a:solidFill>
                <a:latin typeface="DejaVu Sans"/>
                <a:ea typeface="DejaVu Sans"/>
                <a:cs typeface="DejaVu Sans"/>
              </a:defRPr>
            </a:lvl3pPr>
            <a:lvl4pPr>
              <a:defRPr sz="1500" b="1">
                <a:solidFill>
                  <a:srgbClr val="D84D20"/>
                </a:solidFill>
                <a:latin typeface="DejaVu Sans"/>
                <a:ea typeface="DejaVu Sans"/>
                <a:cs typeface="DejaVu Sans"/>
              </a:defRPr>
            </a:lvl4pPr>
            <a:lvl5pPr>
              <a:defRPr sz="1500" b="1">
                <a:solidFill>
                  <a:srgbClr val="D84D20"/>
                </a:solidFill>
                <a:latin typeface="DejaVu Sans"/>
                <a:ea typeface="DejaVu Sans"/>
                <a:cs typeface="DejaVu Sans"/>
              </a:defRPr>
            </a:lvl5pPr>
            <a:lvl6pPr>
              <a:defRPr sz="1500" b="1">
                <a:solidFill>
                  <a:srgbClr val="D84D20"/>
                </a:solidFill>
                <a:latin typeface="DejaVu Sans"/>
                <a:ea typeface="DejaVu Sans"/>
                <a:cs typeface="DejaVu Sans"/>
              </a:defRPr>
            </a:lvl6pPr>
            <a:lvl7pPr>
              <a:defRPr sz="1500" b="1">
                <a:solidFill>
                  <a:srgbClr val="D84D20"/>
                </a:solidFill>
                <a:latin typeface="DejaVu Sans"/>
                <a:ea typeface="DejaVu Sans"/>
                <a:cs typeface="DejaVu Sans"/>
              </a:defRPr>
            </a:lvl7pPr>
            <a:lvl8pPr>
              <a:defRPr sz="1500" b="1">
                <a:solidFill>
                  <a:srgbClr val="D84D20"/>
                </a:solidFill>
                <a:latin typeface="DejaVu Sans"/>
                <a:ea typeface="DejaVu Sans"/>
                <a:cs typeface="DejaVu Sans"/>
              </a:defRPr>
            </a:lvl8pPr>
            <a:lvl9pPr>
              <a:defRPr sz="1500" b="1">
                <a:solidFill>
                  <a:srgbClr val="D84D20"/>
                </a:solidFill>
                <a:latin typeface="DejaVu Sans"/>
                <a:ea typeface="DejaVu Sans"/>
                <a:cs typeface="DejaVu Sans"/>
              </a:defRPr>
            </a:lvl9pPr>
          </a:lstStyle>
          <a:p xmlns:a="http://schemas.openxmlformats.org/drawingml/2006/main">
            <a:pPr>
              <a:defRPr sz="1500" b="1">
                <a:solidFill>
                  <a:srgbClr val="D84D20"/>
                </a:solidFill>
                <a:latin typeface="DejaVu Sans"/>
                <a:ea typeface="DejaVu Sans"/>
                <a:cs typeface="DejaVu Sans"/>
              </a:defRPr>
            </a:pPr>
            <a:r>
              <a:rPr sz="1500" b="1">
                <a:solidFill>
                  <a:srgbClr val="D84D20"/>
                </a:solidFill>
                <a:latin typeface="DejaVu Sans"/>
                <a:ea typeface="DejaVu Sans"/>
                <a:cs typeface="DejaVu Sans"/>
              </a:rPr>
              <a:t>OBSERVER</a:t>
            </a:r>
          </a:p>
        </p:txBody>
      </p:sp>
      <p:sp>
        <p:nvSpPr>
          <p:cNvPr id="15" name="role-observer-question">
            <a:extLst xmlns:a="http://schemas.openxmlformats.org/drawingml/2006/main">
              <a:ext uri="{FF2B5EF4-FFF2-40B4-BE49-F238E27FC236}">
                <a16:creationId xmlns:a16="http://schemas.microsoft.com/office/drawing/2014/main" id="{2AFF0759-D504-4FE1-8286-D7E9F26CCF94}"/>
              </a:ext>
            </a:extLst>
          </p:cNvPr>
          <p:cNvSpPr>
            <a:spLocks xmlns:a="http://schemas.openxmlformats.org/drawingml/2006/main" noGrp="1"/>
          </p:cNvSpPr>
          <p:nvPr/>
        </p:nvSpPr>
        <p:spPr>
          <a:xfrm xmlns:a="http://schemas.openxmlformats.org/drawingml/2006/main">
            <a:off x="6191250" y="5695950"/>
            <a:ext cx="5381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Which published rule applies?</a:t>
            </a:r>
          </a:p>
        </p:txBody>
      </p:sp>
      <p:sp>
        <p:nvSpPr>
          <p:cNvPr id="16" name="case-output">
            <a:extLst xmlns:a="http://schemas.openxmlformats.org/drawingml/2006/main">
              <a:ext uri="{FF2B5EF4-FFF2-40B4-BE49-F238E27FC236}">
                <a16:creationId xmlns:a16="http://schemas.microsoft.com/office/drawing/2014/main" id="{2ED54DD9-AD31-4390-B5D1-75616394F289}"/>
              </a:ext>
            </a:extLst>
          </p:cNvPr>
          <p:cNvSpPr>
            <a:spLocks xmlns:a="http://schemas.openxmlformats.org/drawingml/2006/main" noGrp="1"/>
          </p:cNvSpPr>
          <p:nvPr/>
        </p:nvSpPr>
        <p:spPr>
          <a:xfrm xmlns:a="http://schemas.openxmlformats.org/drawingml/2006/main">
            <a:off x="609600" y="5562600"/>
            <a:ext cx="5048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1">
                <a:solidFill>
                  <a:srgbClr val="123E4F"/>
                </a:solidFill>
                <a:latin typeface="DejaVu Sans"/>
                <a:ea typeface="DejaVu Sans"/>
                <a:cs typeface="DejaVu Sans"/>
              </a:defRPr>
            </a:defPPr>
            <a:lvl1pPr>
              <a:defRPr sz="1800" b="1">
                <a:solidFill>
                  <a:srgbClr val="123E4F"/>
                </a:solidFill>
                <a:latin typeface="DejaVu Sans"/>
                <a:ea typeface="DejaVu Sans"/>
                <a:cs typeface="DejaVu Sans"/>
              </a:defRPr>
            </a:lvl1pPr>
            <a:lvl2pPr>
              <a:defRPr sz="1800" b="1">
                <a:solidFill>
                  <a:srgbClr val="123E4F"/>
                </a:solidFill>
                <a:latin typeface="DejaVu Sans"/>
                <a:ea typeface="DejaVu Sans"/>
                <a:cs typeface="DejaVu Sans"/>
              </a:defRPr>
            </a:lvl2pPr>
            <a:lvl3pPr>
              <a:defRPr sz="1800" b="1">
                <a:solidFill>
                  <a:srgbClr val="123E4F"/>
                </a:solidFill>
                <a:latin typeface="DejaVu Sans"/>
                <a:ea typeface="DejaVu Sans"/>
                <a:cs typeface="DejaVu Sans"/>
              </a:defRPr>
            </a:lvl3pPr>
            <a:lvl4pPr>
              <a:defRPr sz="1800" b="1">
                <a:solidFill>
                  <a:srgbClr val="123E4F"/>
                </a:solidFill>
                <a:latin typeface="DejaVu Sans"/>
                <a:ea typeface="DejaVu Sans"/>
                <a:cs typeface="DejaVu Sans"/>
              </a:defRPr>
            </a:lvl4pPr>
            <a:lvl5pPr>
              <a:defRPr sz="1800" b="1">
                <a:solidFill>
                  <a:srgbClr val="123E4F"/>
                </a:solidFill>
                <a:latin typeface="DejaVu Sans"/>
                <a:ea typeface="DejaVu Sans"/>
                <a:cs typeface="DejaVu Sans"/>
              </a:defRPr>
            </a:lvl5pPr>
            <a:lvl6pPr>
              <a:defRPr sz="1800" b="1">
                <a:solidFill>
                  <a:srgbClr val="123E4F"/>
                </a:solidFill>
                <a:latin typeface="DejaVu Sans"/>
                <a:ea typeface="DejaVu Sans"/>
                <a:cs typeface="DejaVu Sans"/>
              </a:defRPr>
            </a:lvl6pPr>
            <a:lvl7pPr>
              <a:defRPr sz="1800" b="1">
                <a:solidFill>
                  <a:srgbClr val="123E4F"/>
                </a:solidFill>
                <a:latin typeface="DejaVu Sans"/>
                <a:ea typeface="DejaVu Sans"/>
                <a:cs typeface="DejaVu Sans"/>
              </a:defRPr>
            </a:lvl7pPr>
            <a:lvl8pPr>
              <a:defRPr sz="1800" b="1">
                <a:solidFill>
                  <a:srgbClr val="123E4F"/>
                </a:solidFill>
                <a:latin typeface="DejaVu Sans"/>
                <a:ea typeface="DejaVu Sans"/>
                <a:cs typeface="DejaVu Sans"/>
              </a:defRPr>
            </a:lvl8pPr>
            <a:lvl9pPr>
              <a:defRPr sz="1800" b="1">
                <a:solidFill>
                  <a:srgbClr val="123E4F"/>
                </a:solidFill>
                <a:latin typeface="DejaVu Sans"/>
                <a:ea typeface="DejaVu Sans"/>
                <a:cs typeface="DejaVu Sans"/>
              </a:defRPr>
            </a:lvl9pPr>
          </a:lstStyle>
          <a:p xmlns:a="http://schemas.openxmlformats.org/drawingml/2006/main">
            <a:pPr>
              <a:defRPr sz="1800" b="1">
                <a:solidFill>
                  <a:srgbClr val="123E4F"/>
                </a:solidFill>
                <a:latin typeface="DejaVu Sans"/>
                <a:ea typeface="DejaVu Sans"/>
                <a:cs typeface="DejaVu Sans"/>
              </a:defRPr>
            </a:pPr>
            <a:r>
              <a:rPr sz="1800" b="1">
                <a:solidFill>
                  <a:srgbClr val="123E4F"/>
                </a:solidFill>
                <a:latin typeface="DejaVu Sans"/>
                <a:ea typeface="DejaVu Sans"/>
                <a:cs typeface="DejaVu Sans"/>
              </a:rPr>
              <a:t>Agree on the next action</a:t>
            </a:r>
          </a:p>
          <a:p xmlns:a="http://schemas.openxmlformats.org/drawingml/2006/main">
            <a:pPr>
              <a:defRPr sz="1800" b="1">
                <a:solidFill>
                  <a:srgbClr val="123E4F"/>
                </a:solidFill>
                <a:latin typeface="DejaVu Sans"/>
                <a:ea typeface="DejaVu Sans"/>
                <a:cs typeface="DejaVu Sans"/>
              </a:defRPr>
            </a:pPr>
            <a:r>
              <a:rPr sz="1800" b="1">
                <a:solidFill>
                  <a:srgbClr val="123E4F"/>
                </a:solidFill>
                <a:latin typeface="DejaVu Sans"/>
                <a:ea typeface="DejaVu Sans"/>
                <a:cs typeface="DejaVu Sans"/>
              </a:rPr>
              <a:t>and what would justify it.</a:t>
            </a:r>
          </a:p>
        </p:txBody>
      </p:sp>
    </p:spTree>
    <p:extLst>
      <p:ext uri="{BB962C8B-B14F-4D97-AF65-F5344CB8AC3E}">
        <p14:creationId xmlns:p14="http://schemas.microsoft.com/office/powerpoint/2010/main" val="80890605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C53B34F-D16F-4A15-A5CF-CC0F2170DED0}"/>
              </a:ext>
            </a:extLst>
          </p:cNvPr>
          <p:cNvPicPr>
            <a:picLocks xmlns:a="http://schemas.openxmlformats.org/drawingml/2006/main" noChangeAspect="1"/>
          </p:cNvPicPr>
          <p:nvPr/>
        </p:nvPicPr>
        <p:blipFill>
          <a:blip xmlns:r="http://schemas.openxmlformats.org/officeDocument/2006/relationships" xmlns:a="http://schemas.openxmlformats.org/drawingml/2006/main" r:embed="R5ff77de841224aa5"/>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D513F5A4-9CCD-4F09-9303-51F67CDA15E0}"/>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documented response to a concern</a:t>
            </a:r>
          </a:p>
        </p:txBody>
      </p:sp>
      <p:sp>
        <p:nvSpPr>
          <p:cNvPr id="4" name="subtitle">
            <a:extLst xmlns:a="http://schemas.openxmlformats.org/drawingml/2006/main">
              <a:ext uri="{FF2B5EF4-FFF2-40B4-BE49-F238E27FC236}">
                <a16:creationId xmlns:a16="http://schemas.microsoft.com/office/drawing/2014/main" id="{3893A806-C756-4DBD-89D9-856319F51EF4}"/>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Suggested process for consistent human review</a:t>
            </a:r>
          </a:p>
        </p:txBody>
      </p:sp>
      <p:sp>
        <p:nvSpPr>
          <p:cNvPr id="5" name="slide-number">
            <a:extLst xmlns:a="http://schemas.openxmlformats.org/drawingml/2006/main">
              <a:ext uri="{FF2B5EF4-FFF2-40B4-BE49-F238E27FC236}">
                <a16:creationId xmlns:a16="http://schemas.microsoft.com/office/drawing/2014/main" id="{59936569-0D21-4DC1-BB2E-947E44EEBB7B}"/>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16</a:t>
            </a:r>
          </a:p>
        </p:txBody>
      </p:sp>
      <p:sp>
        <p:nvSpPr>
          <p:cNvPr id="6" name="1">
            <a:extLst xmlns:a="http://schemas.openxmlformats.org/drawingml/2006/main">
              <a:ext uri="{FF2B5EF4-FFF2-40B4-BE49-F238E27FC236}">
                <a16:creationId xmlns:a16="http://schemas.microsoft.com/office/drawing/2014/main" id="{38081207-46F5-48E0-BB98-43FC28A45A54}"/>
              </a:ext>
            </a:extLst>
          </p:cNvPr>
          <p:cNvSpPr>
            <a:spLocks xmlns:a="http://schemas.openxmlformats.org/drawingml/2006/main" noGrp="1"/>
          </p:cNvSpPr>
          <p:nvPr/>
        </p:nvSpPr>
        <p:spPr>
          <a:xfrm xmlns:a="http://schemas.openxmlformats.org/drawingml/2006/main">
            <a:off x="609600" y="2295525"/>
            <a:ext cx="16192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6000" b="1">
                <a:solidFill>
                  <a:srgbClr val="007D87"/>
                </a:solidFill>
                <a:latin typeface="DejaVu Sans"/>
                <a:ea typeface="DejaVu Sans"/>
                <a:cs typeface="DejaVu Sans"/>
              </a:defRPr>
            </a:defPPr>
            <a:lvl1pPr>
              <a:defRPr sz="6000" b="1">
                <a:solidFill>
                  <a:srgbClr val="007D87"/>
                </a:solidFill>
                <a:latin typeface="DejaVu Sans"/>
                <a:ea typeface="DejaVu Sans"/>
                <a:cs typeface="DejaVu Sans"/>
              </a:defRPr>
            </a:lvl1pPr>
            <a:lvl2pPr>
              <a:defRPr sz="6000" b="1">
                <a:solidFill>
                  <a:srgbClr val="007D87"/>
                </a:solidFill>
                <a:latin typeface="DejaVu Sans"/>
                <a:ea typeface="DejaVu Sans"/>
                <a:cs typeface="DejaVu Sans"/>
              </a:defRPr>
            </a:lvl2pPr>
            <a:lvl3pPr>
              <a:defRPr sz="6000" b="1">
                <a:solidFill>
                  <a:srgbClr val="007D87"/>
                </a:solidFill>
                <a:latin typeface="DejaVu Sans"/>
                <a:ea typeface="DejaVu Sans"/>
                <a:cs typeface="DejaVu Sans"/>
              </a:defRPr>
            </a:lvl3pPr>
            <a:lvl4pPr>
              <a:defRPr sz="6000" b="1">
                <a:solidFill>
                  <a:srgbClr val="007D87"/>
                </a:solidFill>
                <a:latin typeface="DejaVu Sans"/>
                <a:ea typeface="DejaVu Sans"/>
                <a:cs typeface="DejaVu Sans"/>
              </a:defRPr>
            </a:lvl4pPr>
            <a:lvl5pPr>
              <a:defRPr sz="6000" b="1">
                <a:solidFill>
                  <a:srgbClr val="007D87"/>
                </a:solidFill>
                <a:latin typeface="DejaVu Sans"/>
                <a:ea typeface="DejaVu Sans"/>
                <a:cs typeface="DejaVu Sans"/>
              </a:defRPr>
            </a:lvl5pPr>
            <a:lvl6pPr>
              <a:defRPr sz="6000" b="1">
                <a:solidFill>
                  <a:srgbClr val="007D87"/>
                </a:solidFill>
                <a:latin typeface="DejaVu Sans"/>
                <a:ea typeface="DejaVu Sans"/>
                <a:cs typeface="DejaVu Sans"/>
              </a:defRPr>
            </a:lvl6pPr>
            <a:lvl7pPr>
              <a:defRPr sz="6000" b="1">
                <a:solidFill>
                  <a:srgbClr val="007D87"/>
                </a:solidFill>
                <a:latin typeface="DejaVu Sans"/>
                <a:ea typeface="DejaVu Sans"/>
                <a:cs typeface="DejaVu Sans"/>
              </a:defRPr>
            </a:lvl7pPr>
            <a:lvl8pPr>
              <a:defRPr sz="6000" b="1">
                <a:solidFill>
                  <a:srgbClr val="007D87"/>
                </a:solidFill>
                <a:latin typeface="DejaVu Sans"/>
                <a:ea typeface="DejaVu Sans"/>
                <a:cs typeface="DejaVu Sans"/>
              </a:defRPr>
            </a:lvl8pPr>
            <a:lvl9pPr>
              <a:defRPr sz="6000" b="1">
                <a:solidFill>
                  <a:srgbClr val="007D87"/>
                </a:solidFill>
                <a:latin typeface="DejaVu Sans"/>
                <a:ea typeface="DejaVu Sans"/>
                <a:cs typeface="DejaVu Sans"/>
              </a:defRPr>
            </a:lvl9pPr>
          </a:lstStyle>
          <a:p xmlns:a="http://schemas.openxmlformats.org/drawingml/2006/main">
            <a:pPr>
              <a:defRPr sz="6000" b="1">
                <a:solidFill>
                  <a:srgbClr val="007D87"/>
                </a:solidFill>
                <a:latin typeface="DejaVu Sans"/>
                <a:ea typeface="DejaVu Sans"/>
                <a:cs typeface="DejaVu Sans"/>
              </a:defRPr>
            </a:pPr>
            <a:r>
              <a:rPr sz="6000" b="1">
                <a:solidFill>
                  <a:srgbClr val="007D87"/>
                </a:solidFill>
                <a:latin typeface="DejaVu Sans"/>
                <a:ea typeface="DejaVu Sans"/>
                <a:cs typeface="DejaVu Sans"/>
              </a:rPr>
              <a:t>01</a:t>
            </a:r>
          </a:p>
        </p:txBody>
      </p:sp>
      <p:sp>
        <p:nvSpPr>
          <p:cNvPr id="7" name="1h">
            <a:extLst xmlns:a="http://schemas.openxmlformats.org/drawingml/2006/main">
              <a:ext uri="{FF2B5EF4-FFF2-40B4-BE49-F238E27FC236}">
                <a16:creationId xmlns:a16="http://schemas.microsoft.com/office/drawing/2014/main" id="{5319967A-DE7D-43AC-8C13-21F2A9B1D187}"/>
              </a:ext>
            </a:extLst>
          </p:cNvPr>
          <p:cNvSpPr>
            <a:spLocks xmlns:a="http://schemas.openxmlformats.org/drawingml/2006/main" noGrp="1"/>
          </p:cNvSpPr>
          <p:nvPr/>
        </p:nvSpPr>
        <p:spPr>
          <a:xfrm xmlns:a="http://schemas.openxmlformats.org/drawingml/2006/main">
            <a:off x="2190750" y="2381250"/>
            <a:ext cx="319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PAUSE</a:t>
            </a:r>
          </a:p>
        </p:txBody>
      </p:sp>
      <p:sp>
        <p:nvSpPr>
          <p:cNvPr id="8" name="1d">
            <a:extLst xmlns:a="http://schemas.openxmlformats.org/drawingml/2006/main">
              <a:ext uri="{FF2B5EF4-FFF2-40B4-BE49-F238E27FC236}">
                <a16:creationId xmlns:a16="http://schemas.microsoft.com/office/drawing/2014/main" id="{21C28B7B-8AE2-45C5-821A-9A5BD789CCCE}"/>
              </a:ext>
            </a:extLst>
          </p:cNvPr>
          <p:cNvSpPr>
            <a:spLocks xmlns:a="http://schemas.openxmlformats.org/drawingml/2006/main" noGrp="1"/>
          </p:cNvSpPr>
          <p:nvPr/>
        </p:nvSpPr>
        <p:spPr>
          <a:xfrm xmlns:a="http://schemas.openxmlformats.org/drawingml/2006/main">
            <a:off x="2190750" y="3095625"/>
            <a:ext cx="333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48636E"/>
                </a:solidFill>
                <a:latin typeface="DejaVu Sans"/>
                <a:ea typeface="DejaVu Sans"/>
                <a:cs typeface="DejaVu Sans"/>
              </a:defRPr>
            </a:defPPr>
            <a:lvl1pPr>
              <a:defRPr sz="1950" b="0">
                <a:solidFill>
                  <a:srgbClr val="48636E"/>
                </a:solidFill>
                <a:latin typeface="DejaVu Sans"/>
                <a:ea typeface="DejaVu Sans"/>
                <a:cs typeface="DejaVu Sans"/>
              </a:defRPr>
            </a:lvl1pPr>
            <a:lvl2pPr>
              <a:defRPr sz="1950" b="0">
                <a:solidFill>
                  <a:srgbClr val="48636E"/>
                </a:solidFill>
                <a:latin typeface="DejaVu Sans"/>
                <a:ea typeface="DejaVu Sans"/>
                <a:cs typeface="DejaVu Sans"/>
              </a:defRPr>
            </a:lvl2pPr>
            <a:lvl3pPr>
              <a:defRPr sz="1950" b="0">
                <a:solidFill>
                  <a:srgbClr val="48636E"/>
                </a:solidFill>
                <a:latin typeface="DejaVu Sans"/>
                <a:ea typeface="DejaVu Sans"/>
                <a:cs typeface="DejaVu Sans"/>
              </a:defRPr>
            </a:lvl3pPr>
            <a:lvl4pPr>
              <a:defRPr sz="1950" b="0">
                <a:solidFill>
                  <a:srgbClr val="48636E"/>
                </a:solidFill>
                <a:latin typeface="DejaVu Sans"/>
                <a:ea typeface="DejaVu Sans"/>
                <a:cs typeface="DejaVu Sans"/>
              </a:defRPr>
            </a:lvl4pPr>
            <a:lvl5pPr>
              <a:defRPr sz="1950" b="0">
                <a:solidFill>
                  <a:srgbClr val="48636E"/>
                </a:solidFill>
                <a:latin typeface="DejaVu Sans"/>
                <a:ea typeface="DejaVu Sans"/>
                <a:cs typeface="DejaVu Sans"/>
              </a:defRPr>
            </a:lvl5pPr>
            <a:lvl6pPr>
              <a:defRPr sz="1950" b="0">
                <a:solidFill>
                  <a:srgbClr val="48636E"/>
                </a:solidFill>
                <a:latin typeface="DejaVu Sans"/>
                <a:ea typeface="DejaVu Sans"/>
                <a:cs typeface="DejaVu Sans"/>
              </a:defRPr>
            </a:lvl6pPr>
            <a:lvl7pPr>
              <a:defRPr sz="1950" b="0">
                <a:solidFill>
                  <a:srgbClr val="48636E"/>
                </a:solidFill>
                <a:latin typeface="DejaVu Sans"/>
                <a:ea typeface="DejaVu Sans"/>
                <a:cs typeface="DejaVu Sans"/>
              </a:defRPr>
            </a:lvl7pPr>
            <a:lvl8pPr>
              <a:defRPr sz="1950" b="0">
                <a:solidFill>
                  <a:srgbClr val="48636E"/>
                </a:solidFill>
                <a:latin typeface="DejaVu Sans"/>
                <a:ea typeface="DejaVu Sans"/>
                <a:cs typeface="DejaVu Sans"/>
              </a:defRPr>
            </a:lvl8pPr>
            <a:lvl9pPr>
              <a:defRPr sz="1950" b="0">
                <a:solidFill>
                  <a:srgbClr val="48636E"/>
                </a:solidFill>
                <a:latin typeface="DejaVu Sans"/>
                <a:ea typeface="DejaVu Sans"/>
                <a:cs typeface="DejaVu Sans"/>
              </a:defRPr>
            </a:lvl9pPr>
          </a:lstStyle>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Hold automatic penalties.</a:t>
            </a:r>
          </a:p>
        </p:txBody>
      </p:sp>
      <p:sp>
        <p:nvSpPr>
          <p:cNvPr id="9" name="2">
            <a:extLst xmlns:a="http://schemas.openxmlformats.org/drawingml/2006/main">
              <a:ext uri="{FF2B5EF4-FFF2-40B4-BE49-F238E27FC236}">
                <a16:creationId xmlns:a16="http://schemas.microsoft.com/office/drawing/2014/main" id="{437A2C09-B539-4F56-98A5-7E3EC355D291}"/>
              </a:ext>
            </a:extLst>
          </p:cNvPr>
          <p:cNvSpPr>
            <a:spLocks xmlns:a="http://schemas.openxmlformats.org/drawingml/2006/main" noGrp="1"/>
          </p:cNvSpPr>
          <p:nvPr/>
        </p:nvSpPr>
        <p:spPr>
          <a:xfrm xmlns:a="http://schemas.openxmlformats.org/drawingml/2006/main">
            <a:off x="6419850" y="2295525"/>
            <a:ext cx="16192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6000" b="1">
                <a:solidFill>
                  <a:srgbClr val="007D87"/>
                </a:solidFill>
                <a:latin typeface="DejaVu Sans"/>
                <a:ea typeface="DejaVu Sans"/>
                <a:cs typeface="DejaVu Sans"/>
              </a:defRPr>
            </a:defPPr>
            <a:lvl1pPr>
              <a:defRPr sz="6000" b="1">
                <a:solidFill>
                  <a:srgbClr val="007D87"/>
                </a:solidFill>
                <a:latin typeface="DejaVu Sans"/>
                <a:ea typeface="DejaVu Sans"/>
                <a:cs typeface="DejaVu Sans"/>
              </a:defRPr>
            </a:lvl1pPr>
            <a:lvl2pPr>
              <a:defRPr sz="6000" b="1">
                <a:solidFill>
                  <a:srgbClr val="007D87"/>
                </a:solidFill>
                <a:latin typeface="DejaVu Sans"/>
                <a:ea typeface="DejaVu Sans"/>
                <a:cs typeface="DejaVu Sans"/>
              </a:defRPr>
            </a:lvl2pPr>
            <a:lvl3pPr>
              <a:defRPr sz="6000" b="1">
                <a:solidFill>
                  <a:srgbClr val="007D87"/>
                </a:solidFill>
                <a:latin typeface="DejaVu Sans"/>
                <a:ea typeface="DejaVu Sans"/>
                <a:cs typeface="DejaVu Sans"/>
              </a:defRPr>
            </a:lvl3pPr>
            <a:lvl4pPr>
              <a:defRPr sz="6000" b="1">
                <a:solidFill>
                  <a:srgbClr val="007D87"/>
                </a:solidFill>
                <a:latin typeface="DejaVu Sans"/>
                <a:ea typeface="DejaVu Sans"/>
                <a:cs typeface="DejaVu Sans"/>
              </a:defRPr>
            </a:lvl4pPr>
            <a:lvl5pPr>
              <a:defRPr sz="6000" b="1">
                <a:solidFill>
                  <a:srgbClr val="007D87"/>
                </a:solidFill>
                <a:latin typeface="DejaVu Sans"/>
                <a:ea typeface="DejaVu Sans"/>
                <a:cs typeface="DejaVu Sans"/>
              </a:defRPr>
            </a:lvl5pPr>
            <a:lvl6pPr>
              <a:defRPr sz="6000" b="1">
                <a:solidFill>
                  <a:srgbClr val="007D87"/>
                </a:solidFill>
                <a:latin typeface="DejaVu Sans"/>
                <a:ea typeface="DejaVu Sans"/>
                <a:cs typeface="DejaVu Sans"/>
              </a:defRPr>
            </a:lvl6pPr>
            <a:lvl7pPr>
              <a:defRPr sz="6000" b="1">
                <a:solidFill>
                  <a:srgbClr val="007D87"/>
                </a:solidFill>
                <a:latin typeface="DejaVu Sans"/>
                <a:ea typeface="DejaVu Sans"/>
                <a:cs typeface="DejaVu Sans"/>
              </a:defRPr>
            </a:lvl7pPr>
            <a:lvl8pPr>
              <a:defRPr sz="6000" b="1">
                <a:solidFill>
                  <a:srgbClr val="007D87"/>
                </a:solidFill>
                <a:latin typeface="DejaVu Sans"/>
                <a:ea typeface="DejaVu Sans"/>
                <a:cs typeface="DejaVu Sans"/>
              </a:defRPr>
            </a:lvl8pPr>
            <a:lvl9pPr>
              <a:defRPr sz="6000" b="1">
                <a:solidFill>
                  <a:srgbClr val="007D87"/>
                </a:solidFill>
                <a:latin typeface="DejaVu Sans"/>
                <a:ea typeface="DejaVu Sans"/>
                <a:cs typeface="DejaVu Sans"/>
              </a:defRPr>
            </a:lvl9pPr>
          </a:lstStyle>
          <a:p xmlns:a="http://schemas.openxmlformats.org/drawingml/2006/main">
            <a:pPr>
              <a:defRPr sz="6000" b="1">
                <a:solidFill>
                  <a:srgbClr val="007D87"/>
                </a:solidFill>
                <a:latin typeface="DejaVu Sans"/>
                <a:ea typeface="DejaVu Sans"/>
                <a:cs typeface="DejaVu Sans"/>
              </a:defRPr>
            </a:pPr>
            <a:r>
              <a:rPr sz="6000" b="1">
                <a:solidFill>
                  <a:srgbClr val="007D87"/>
                </a:solidFill>
                <a:latin typeface="DejaVu Sans"/>
                <a:ea typeface="DejaVu Sans"/>
                <a:cs typeface="DejaVu Sans"/>
              </a:rPr>
              <a:t>02</a:t>
            </a:r>
          </a:p>
        </p:txBody>
      </p:sp>
      <p:sp>
        <p:nvSpPr>
          <p:cNvPr id="10" name="2h">
            <a:extLst xmlns:a="http://schemas.openxmlformats.org/drawingml/2006/main">
              <a:ext uri="{FF2B5EF4-FFF2-40B4-BE49-F238E27FC236}">
                <a16:creationId xmlns:a16="http://schemas.microsoft.com/office/drawing/2014/main" id="{920F781A-3CE4-4291-96B3-5A8D54835F85}"/>
              </a:ext>
            </a:extLst>
          </p:cNvPr>
          <p:cNvSpPr>
            <a:spLocks xmlns:a="http://schemas.openxmlformats.org/drawingml/2006/main" noGrp="1"/>
          </p:cNvSpPr>
          <p:nvPr/>
        </p:nvSpPr>
        <p:spPr>
          <a:xfrm xmlns:a="http://schemas.openxmlformats.org/drawingml/2006/main">
            <a:off x="8001000" y="2381250"/>
            <a:ext cx="3286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CHECK</a:t>
            </a:r>
          </a:p>
        </p:txBody>
      </p:sp>
      <p:sp>
        <p:nvSpPr>
          <p:cNvPr id="11" name="2d">
            <a:extLst xmlns:a="http://schemas.openxmlformats.org/drawingml/2006/main">
              <a:ext uri="{FF2B5EF4-FFF2-40B4-BE49-F238E27FC236}">
                <a16:creationId xmlns:a16="http://schemas.microsoft.com/office/drawing/2014/main" id="{3A7429DE-D07D-4CD1-8DB7-E73AC61BB064}"/>
              </a:ext>
            </a:extLst>
          </p:cNvPr>
          <p:cNvSpPr>
            <a:spLocks xmlns:a="http://schemas.openxmlformats.org/drawingml/2006/main" noGrp="1"/>
          </p:cNvSpPr>
          <p:nvPr/>
        </p:nvSpPr>
        <p:spPr>
          <a:xfrm xmlns:a="http://schemas.openxmlformats.org/drawingml/2006/main">
            <a:off x="8001000" y="3095625"/>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48636E"/>
                </a:solidFill>
                <a:latin typeface="DejaVu Sans"/>
                <a:ea typeface="DejaVu Sans"/>
                <a:cs typeface="DejaVu Sans"/>
              </a:defRPr>
            </a:defPPr>
            <a:lvl1pPr>
              <a:defRPr sz="1950" b="0">
                <a:solidFill>
                  <a:srgbClr val="48636E"/>
                </a:solidFill>
                <a:latin typeface="DejaVu Sans"/>
                <a:ea typeface="DejaVu Sans"/>
                <a:cs typeface="DejaVu Sans"/>
              </a:defRPr>
            </a:lvl1pPr>
            <a:lvl2pPr>
              <a:defRPr sz="1950" b="0">
                <a:solidFill>
                  <a:srgbClr val="48636E"/>
                </a:solidFill>
                <a:latin typeface="DejaVu Sans"/>
                <a:ea typeface="DejaVu Sans"/>
                <a:cs typeface="DejaVu Sans"/>
              </a:defRPr>
            </a:lvl2pPr>
            <a:lvl3pPr>
              <a:defRPr sz="1950" b="0">
                <a:solidFill>
                  <a:srgbClr val="48636E"/>
                </a:solidFill>
                <a:latin typeface="DejaVu Sans"/>
                <a:ea typeface="DejaVu Sans"/>
                <a:cs typeface="DejaVu Sans"/>
              </a:defRPr>
            </a:lvl3pPr>
            <a:lvl4pPr>
              <a:defRPr sz="1950" b="0">
                <a:solidFill>
                  <a:srgbClr val="48636E"/>
                </a:solidFill>
                <a:latin typeface="DejaVu Sans"/>
                <a:ea typeface="DejaVu Sans"/>
                <a:cs typeface="DejaVu Sans"/>
              </a:defRPr>
            </a:lvl4pPr>
            <a:lvl5pPr>
              <a:defRPr sz="1950" b="0">
                <a:solidFill>
                  <a:srgbClr val="48636E"/>
                </a:solidFill>
                <a:latin typeface="DejaVu Sans"/>
                <a:ea typeface="DejaVu Sans"/>
                <a:cs typeface="DejaVu Sans"/>
              </a:defRPr>
            </a:lvl5pPr>
            <a:lvl6pPr>
              <a:defRPr sz="1950" b="0">
                <a:solidFill>
                  <a:srgbClr val="48636E"/>
                </a:solidFill>
                <a:latin typeface="DejaVu Sans"/>
                <a:ea typeface="DejaVu Sans"/>
                <a:cs typeface="DejaVu Sans"/>
              </a:defRPr>
            </a:lvl6pPr>
            <a:lvl7pPr>
              <a:defRPr sz="1950" b="0">
                <a:solidFill>
                  <a:srgbClr val="48636E"/>
                </a:solidFill>
                <a:latin typeface="DejaVu Sans"/>
                <a:ea typeface="DejaVu Sans"/>
                <a:cs typeface="DejaVu Sans"/>
              </a:defRPr>
            </a:lvl7pPr>
            <a:lvl8pPr>
              <a:defRPr sz="1950" b="0">
                <a:solidFill>
                  <a:srgbClr val="48636E"/>
                </a:solidFill>
                <a:latin typeface="DejaVu Sans"/>
                <a:ea typeface="DejaVu Sans"/>
                <a:cs typeface="DejaVu Sans"/>
              </a:defRPr>
            </a:lvl8pPr>
            <a:lvl9pPr>
              <a:defRPr sz="1950" b="0">
                <a:solidFill>
                  <a:srgbClr val="48636E"/>
                </a:solidFill>
                <a:latin typeface="DejaVu Sans"/>
                <a:ea typeface="DejaVu Sans"/>
                <a:cs typeface="DejaVu Sans"/>
              </a:defRPr>
            </a:lvl9pPr>
          </a:lstStyle>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Read the evidence and</a:t>
            </a:r>
          </a:p>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the published rule.</a:t>
            </a:r>
          </a:p>
        </p:txBody>
      </p:sp>
      <p:sp>
        <p:nvSpPr>
          <p:cNvPr id="12" name="3">
            <a:extLst xmlns:a="http://schemas.openxmlformats.org/drawingml/2006/main">
              <a:ext uri="{FF2B5EF4-FFF2-40B4-BE49-F238E27FC236}">
                <a16:creationId xmlns:a16="http://schemas.microsoft.com/office/drawing/2014/main" id="{EC021ED6-3701-4B0E-87C9-6049EF469CAA}"/>
              </a:ext>
            </a:extLst>
          </p:cNvPr>
          <p:cNvSpPr>
            <a:spLocks xmlns:a="http://schemas.openxmlformats.org/drawingml/2006/main" noGrp="1"/>
          </p:cNvSpPr>
          <p:nvPr/>
        </p:nvSpPr>
        <p:spPr>
          <a:xfrm xmlns:a="http://schemas.openxmlformats.org/drawingml/2006/main">
            <a:off x="609600" y="4391025"/>
            <a:ext cx="16192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6000" b="1">
                <a:solidFill>
                  <a:srgbClr val="D84D20"/>
                </a:solidFill>
                <a:latin typeface="DejaVu Sans"/>
                <a:ea typeface="DejaVu Sans"/>
                <a:cs typeface="DejaVu Sans"/>
              </a:defRPr>
            </a:defPPr>
            <a:lvl1pPr>
              <a:defRPr sz="6000" b="1">
                <a:solidFill>
                  <a:srgbClr val="D84D20"/>
                </a:solidFill>
                <a:latin typeface="DejaVu Sans"/>
                <a:ea typeface="DejaVu Sans"/>
                <a:cs typeface="DejaVu Sans"/>
              </a:defRPr>
            </a:lvl1pPr>
            <a:lvl2pPr>
              <a:defRPr sz="6000" b="1">
                <a:solidFill>
                  <a:srgbClr val="D84D20"/>
                </a:solidFill>
                <a:latin typeface="DejaVu Sans"/>
                <a:ea typeface="DejaVu Sans"/>
                <a:cs typeface="DejaVu Sans"/>
              </a:defRPr>
            </a:lvl2pPr>
            <a:lvl3pPr>
              <a:defRPr sz="6000" b="1">
                <a:solidFill>
                  <a:srgbClr val="D84D20"/>
                </a:solidFill>
                <a:latin typeface="DejaVu Sans"/>
                <a:ea typeface="DejaVu Sans"/>
                <a:cs typeface="DejaVu Sans"/>
              </a:defRPr>
            </a:lvl3pPr>
            <a:lvl4pPr>
              <a:defRPr sz="6000" b="1">
                <a:solidFill>
                  <a:srgbClr val="D84D20"/>
                </a:solidFill>
                <a:latin typeface="DejaVu Sans"/>
                <a:ea typeface="DejaVu Sans"/>
                <a:cs typeface="DejaVu Sans"/>
              </a:defRPr>
            </a:lvl4pPr>
            <a:lvl5pPr>
              <a:defRPr sz="6000" b="1">
                <a:solidFill>
                  <a:srgbClr val="D84D20"/>
                </a:solidFill>
                <a:latin typeface="DejaVu Sans"/>
                <a:ea typeface="DejaVu Sans"/>
                <a:cs typeface="DejaVu Sans"/>
              </a:defRPr>
            </a:lvl5pPr>
            <a:lvl6pPr>
              <a:defRPr sz="6000" b="1">
                <a:solidFill>
                  <a:srgbClr val="D84D20"/>
                </a:solidFill>
                <a:latin typeface="DejaVu Sans"/>
                <a:ea typeface="DejaVu Sans"/>
                <a:cs typeface="DejaVu Sans"/>
              </a:defRPr>
            </a:lvl6pPr>
            <a:lvl7pPr>
              <a:defRPr sz="6000" b="1">
                <a:solidFill>
                  <a:srgbClr val="D84D20"/>
                </a:solidFill>
                <a:latin typeface="DejaVu Sans"/>
                <a:ea typeface="DejaVu Sans"/>
                <a:cs typeface="DejaVu Sans"/>
              </a:defRPr>
            </a:lvl7pPr>
            <a:lvl8pPr>
              <a:defRPr sz="6000" b="1">
                <a:solidFill>
                  <a:srgbClr val="D84D20"/>
                </a:solidFill>
                <a:latin typeface="DejaVu Sans"/>
                <a:ea typeface="DejaVu Sans"/>
                <a:cs typeface="DejaVu Sans"/>
              </a:defRPr>
            </a:lvl8pPr>
            <a:lvl9pPr>
              <a:defRPr sz="6000" b="1">
                <a:solidFill>
                  <a:srgbClr val="D84D20"/>
                </a:solidFill>
                <a:latin typeface="DejaVu Sans"/>
                <a:ea typeface="DejaVu Sans"/>
                <a:cs typeface="DejaVu Sans"/>
              </a:defRPr>
            </a:lvl9pPr>
          </a:lstStyle>
          <a:p xmlns:a="http://schemas.openxmlformats.org/drawingml/2006/main">
            <a:pPr>
              <a:defRPr sz="6000" b="1">
                <a:solidFill>
                  <a:srgbClr val="D84D20"/>
                </a:solidFill>
                <a:latin typeface="DejaVu Sans"/>
                <a:ea typeface="DejaVu Sans"/>
                <a:cs typeface="DejaVu Sans"/>
              </a:defRPr>
            </a:pPr>
            <a:r>
              <a:rPr sz="6000" b="1">
                <a:solidFill>
                  <a:srgbClr val="D84D20"/>
                </a:solidFill>
                <a:latin typeface="DejaVu Sans"/>
                <a:ea typeface="DejaVu Sans"/>
                <a:cs typeface="DejaVu Sans"/>
              </a:rPr>
              <a:t>03</a:t>
            </a:r>
          </a:p>
        </p:txBody>
      </p:sp>
      <p:sp>
        <p:nvSpPr>
          <p:cNvPr id="13" name="3h">
            <a:extLst xmlns:a="http://schemas.openxmlformats.org/drawingml/2006/main">
              <a:ext uri="{FF2B5EF4-FFF2-40B4-BE49-F238E27FC236}">
                <a16:creationId xmlns:a16="http://schemas.microsoft.com/office/drawing/2014/main" id="{EDD0F4A7-72D1-48CB-9E85-4961E5BC4313}"/>
              </a:ext>
            </a:extLst>
          </p:cNvPr>
          <p:cNvSpPr>
            <a:spLocks xmlns:a="http://schemas.openxmlformats.org/drawingml/2006/main" noGrp="1"/>
          </p:cNvSpPr>
          <p:nvPr/>
        </p:nvSpPr>
        <p:spPr>
          <a:xfrm xmlns:a="http://schemas.openxmlformats.org/drawingml/2006/main">
            <a:off x="2190750" y="4486275"/>
            <a:ext cx="3286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CLARIFY</a:t>
            </a:r>
          </a:p>
        </p:txBody>
      </p:sp>
      <p:sp>
        <p:nvSpPr>
          <p:cNvPr id="14" name="3d">
            <a:extLst xmlns:a="http://schemas.openxmlformats.org/drawingml/2006/main">
              <a:ext uri="{FF2B5EF4-FFF2-40B4-BE49-F238E27FC236}">
                <a16:creationId xmlns:a16="http://schemas.microsoft.com/office/drawing/2014/main" id="{AA83FB53-F275-46C8-897D-4FD7A679F1AE}"/>
              </a:ext>
            </a:extLst>
          </p:cNvPr>
          <p:cNvSpPr>
            <a:spLocks xmlns:a="http://schemas.openxmlformats.org/drawingml/2006/main" noGrp="1"/>
          </p:cNvSpPr>
          <p:nvPr/>
        </p:nvSpPr>
        <p:spPr>
          <a:xfrm xmlns:a="http://schemas.openxmlformats.org/drawingml/2006/main">
            <a:off x="2190750" y="5200650"/>
            <a:ext cx="338137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48636E"/>
                </a:solidFill>
                <a:latin typeface="DejaVu Sans"/>
                <a:ea typeface="DejaVu Sans"/>
                <a:cs typeface="DejaVu Sans"/>
              </a:defRPr>
            </a:defPPr>
            <a:lvl1pPr>
              <a:defRPr sz="1950" b="0">
                <a:solidFill>
                  <a:srgbClr val="48636E"/>
                </a:solidFill>
                <a:latin typeface="DejaVu Sans"/>
                <a:ea typeface="DejaVu Sans"/>
                <a:cs typeface="DejaVu Sans"/>
              </a:defRPr>
            </a:lvl1pPr>
            <a:lvl2pPr>
              <a:defRPr sz="1950" b="0">
                <a:solidFill>
                  <a:srgbClr val="48636E"/>
                </a:solidFill>
                <a:latin typeface="DejaVu Sans"/>
                <a:ea typeface="DejaVu Sans"/>
                <a:cs typeface="DejaVu Sans"/>
              </a:defRPr>
            </a:lvl2pPr>
            <a:lvl3pPr>
              <a:defRPr sz="1950" b="0">
                <a:solidFill>
                  <a:srgbClr val="48636E"/>
                </a:solidFill>
                <a:latin typeface="DejaVu Sans"/>
                <a:ea typeface="DejaVu Sans"/>
                <a:cs typeface="DejaVu Sans"/>
              </a:defRPr>
            </a:lvl3pPr>
            <a:lvl4pPr>
              <a:defRPr sz="1950" b="0">
                <a:solidFill>
                  <a:srgbClr val="48636E"/>
                </a:solidFill>
                <a:latin typeface="DejaVu Sans"/>
                <a:ea typeface="DejaVu Sans"/>
                <a:cs typeface="DejaVu Sans"/>
              </a:defRPr>
            </a:lvl4pPr>
            <a:lvl5pPr>
              <a:defRPr sz="1950" b="0">
                <a:solidFill>
                  <a:srgbClr val="48636E"/>
                </a:solidFill>
                <a:latin typeface="DejaVu Sans"/>
                <a:ea typeface="DejaVu Sans"/>
                <a:cs typeface="DejaVu Sans"/>
              </a:defRPr>
            </a:lvl5pPr>
            <a:lvl6pPr>
              <a:defRPr sz="1950" b="0">
                <a:solidFill>
                  <a:srgbClr val="48636E"/>
                </a:solidFill>
                <a:latin typeface="DejaVu Sans"/>
                <a:ea typeface="DejaVu Sans"/>
                <a:cs typeface="DejaVu Sans"/>
              </a:defRPr>
            </a:lvl6pPr>
            <a:lvl7pPr>
              <a:defRPr sz="1950" b="0">
                <a:solidFill>
                  <a:srgbClr val="48636E"/>
                </a:solidFill>
                <a:latin typeface="DejaVu Sans"/>
                <a:ea typeface="DejaVu Sans"/>
                <a:cs typeface="DejaVu Sans"/>
              </a:defRPr>
            </a:lvl7pPr>
            <a:lvl8pPr>
              <a:defRPr sz="1950" b="0">
                <a:solidFill>
                  <a:srgbClr val="48636E"/>
                </a:solidFill>
                <a:latin typeface="DejaVu Sans"/>
                <a:ea typeface="DejaVu Sans"/>
                <a:cs typeface="DejaVu Sans"/>
              </a:defRPr>
            </a:lvl8pPr>
            <a:lvl9pPr>
              <a:defRPr sz="1950" b="0">
                <a:solidFill>
                  <a:srgbClr val="48636E"/>
                </a:solidFill>
                <a:latin typeface="DejaVu Sans"/>
                <a:ea typeface="DejaVu Sans"/>
                <a:cs typeface="DejaVu Sans"/>
              </a:defRPr>
            </a:lvl9pPr>
          </a:lstStyle>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Invite an explanation</a:t>
            </a:r>
          </a:p>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when appropriate.</a:t>
            </a:r>
          </a:p>
        </p:txBody>
      </p:sp>
      <p:sp>
        <p:nvSpPr>
          <p:cNvPr id="15" name="4">
            <a:extLst xmlns:a="http://schemas.openxmlformats.org/drawingml/2006/main">
              <a:ext uri="{FF2B5EF4-FFF2-40B4-BE49-F238E27FC236}">
                <a16:creationId xmlns:a16="http://schemas.microsoft.com/office/drawing/2014/main" id="{7EE73D0C-F8E9-4DE2-9EAD-91F84AA33082}"/>
              </a:ext>
            </a:extLst>
          </p:cNvPr>
          <p:cNvSpPr>
            <a:spLocks xmlns:a="http://schemas.openxmlformats.org/drawingml/2006/main" noGrp="1"/>
          </p:cNvSpPr>
          <p:nvPr/>
        </p:nvSpPr>
        <p:spPr>
          <a:xfrm xmlns:a="http://schemas.openxmlformats.org/drawingml/2006/main">
            <a:off x="6419850" y="4391025"/>
            <a:ext cx="16192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6000" b="1">
                <a:solidFill>
                  <a:srgbClr val="D84D20"/>
                </a:solidFill>
                <a:latin typeface="DejaVu Sans"/>
                <a:ea typeface="DejaVu Sans"/>
                <a:cs typeface="DejaVu Sans"/>
              </a:defRPr>
            </a:defPPr>
            <a:lvl1pPr>
              <a:defRPr sz="6000" b="1">
                <a:solidFill>
                  <a:srgbClr val="D84D20"/>
                </a:solidFill>
                <a:latin typeface="DejaVu Sans"/>
                <a:ea typeface="DejaVu Sans"/>
                <a:cs typeface="DejaVu Sans"/>
              </a:defRPr>
            </a:lvl1pPr>
            <a:lvl2pPr>
              <a:defRPr sz="6000" b="1">
                <a:solidFill>
                  <a:srgbClr val="D84D20"/>
                </a:solidFill>
                <a:latin typeface="DejaVu Sans"/>
                <a:ea typeface="DejaVu Sans"/>
                <a:cs typeface="DejaVu Sans"/>
              </a:defRPr>
            </a:lvl2pPr>
            <a:lvl3pPr>
              <a:defRPr sz="6000" b="1">
                <a:solidFill>
                  <a:srgbClr val="D84D20"/>
                </a:solidFill>
                <a:latin typeface="DejaVu Sans"/>
                <a:ea typeface="DejaVu Sans"/>
                <a:cs typeface="DejaVu Sans"/>
              </a:defRPr>
            </a:lvl3pPr>
            <a:lvl4pPr>
              <a:defRPr sz="6000" b="1">
                <a:solidFill>
                  <a:srgbClr val="D84D20"/>
                </a:solidFill>
                <a:latin typeface="DejaVu Sans"/>
                <a:ea typeface="DejaVu Sans"/>
                <a:cs typeface="DejaVu Sans"/>
              </a:defRPr>
            </a:lvl4pPr>
            <a:lvl5pPr>
              <a:defRPr sz="6000" b="1">
                <a:solidFill>
                  <a:srgbClr val="D84D20"/>
                </a:solidFill>
                <a:latin typeface="DejaVu Sans"/>
                <a:ea typeface="DejaVu Sans"/>
                <a:cs typeface="DejaVu Sans"/>
              </a:defRPr>
            </a:lvl5pPr>
            <a:lvl6pPr>
              <a:defRPr sz="6000" b="1">
                <a:solidFill>
                  <a:srgbClr val="D84D20"/>
                </a:solidFill>
                <a:latin typeface="DejaVu Sans"/>
                <a:ea typeface="DejaVu Sans"/>
                <a:cs typeface="DejaVu Sans"/>
              </a:defRPr>
            </a:lvl6pPr>
            <a:lvl7pPr>
              <a:defRPr sz="6000" b="1">
                <a:solidFill>
                  <a:srgbClr val="D84D20"/>
                </a:solidFill>
                <a:latin typeface="DejaVu Sans"/>
                <a:ea typeface="DejaVu Sans"/>
                <a:cs typeface="DejaVu Sans"/>
              </a:defRPr>
            </a:lvl7pPr>
            <a:lvl8pPr>
              <a:defRPr sz="6000" b="1">
                <a:solidFill>
                  <a:srgbClr val="D84D20"/>
                </a:solidFill>
                <a:latin typeface="DejaVu Sans"/>
                <a:ea typeface="DejaVu Sans"/>
                <a:cs typeface="DejaVu Sans"/>
              </a:defRPr>
            </a:lvl8pPr>
            <a:lvl9pPr>
              <a:defRPr sz="6000" b="1">
                <a:solidFill>
                  <a:srgbClr val="D84D20"/>
                </a:solidFill>
                <a:latin typeface="DejaVu Sans"/>
                <a:ea typeface="DejaVu Sans"/>
                <a:cs typeface="DejaVu Sans"/>
              </a:defRPr>
            </a:lvl9pPr>
          </a:lstStyle>
          <a:p xmlns:a="http://schemas.openxmlformats.org/drawingml/2006/main">
            <a:pPr>
              <a:defRPr sz="6000" b="1">
                <a:solidFill>
                  <a:srgbClr val="D84D20"/>
                </a:solidFill>
                <a:latin typeface="DejaVu Sans"/>
                <a:ea typeface="DejaVu Sans"/>
                <a:cs typeface="DejaVu Sans"/>
              </a:defRPr>
            </a:pPr>
            <a:r>
              <a:rPr sz="6000" b="1">
                <a:solidFill>
                  <a:srgbClr val="D84D20"/>
                </a:solidFill>
                <a:latin typeface="DejaVu Sans"/>
                <a:ea typeface="DejaVu Sans"/>
                <a:cs typeface="DejaVu Sans"/>
              </a:rPr>
              <a:t>04</a:t>
            </a:r>
          </a:p>
        </p:txBody>
      </p:sp>
      <p:sp>
        <p:nvSpPr>
          <p:cNvPr id="16" name="4h">
            <a:extLst xmlns:a="http://schemas.openxmlformats.org/drawingml/2006/main">
              <a:ext uri="{FF2B5EF4-FFF2-40B4-BE49-F238E27FC236}">
                <a16:creationId xmlns:a16="http://schemas.microsoft.com/office/drawing/2014/main" id="{D779BB31-355B-41C7-8AB1-DC12D030C981}"/>
              </a:ext>
            </a:extLst>
          </p:cNvPr>
          <p:cNvSpPr>
            <a:spLocks xmlns:a="http://schemas.openxmlformats.org/drawingml/2006/main" noGrp="1"/>
          </p:cNvSpPr>
          <p:nvPr/>
        </p:nvSpPr>
        <p:spPr>
          <a:xfrm xmlns:a="http://schemas.openxmlformats.org/drawingml/2006/main">
            <a:off x="8001000" y="4486275"/>
            <a:ext cx="3286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23E4F"/>
                </a:solidFill>
                <a:latin typeface="DejaVu Sans"/>
                <a:ea typeface="DejaVu Sans"/>
                <a:cs typeface="DejaVu Sans"/>
              </a:defRPr>
            </a:defPPr>
            <a:lvl1pPr>
              <a:defRPr sz="2400" b="1">
                <a:solidFill>
                  <a:srgbClr val="123E4F"/>
                </a:solidFill>
                <a:latin typeface="DejaVu Sans"/>
                <a:ea typeface="DejaVu Sans"/>
                <a:cs typeface="DejaVu Sans"/>
              </a:defRPr>
            </a:lvl1pPr>
            <a:lvl2pPr>
              <a:defRPr sz="2400" b="1">
                <a:solidFill>
                  <a:srgbClr val="123E4F"/>
                </a:solidFill>
                <a:latin typeface="DejaVu Sans"/>
                <a:ea typeface="DejaVu Sans"/>
                <a:cs typeface="DejaVu Sans"/>
              </a:defRPr>
            </a:lvl2pPr>
            <a:lvl3pPr>
              <a:defRPr sz="2400" b="1">
                <a:solidFill>
                  <a:srgbClr val="123E4F"/>
                </a:solidFill>
                <a:latin typeface="DejaVu Sans"/>
                <a:ea typeface="DejaVu Sans"/>
                <a:cs typeface="DejaVu Sans"/>
              </a:defRPr>
            </a:lvl3pPr>
            <a:lvl4pPr>
              <a:defRPr sz="2400" b="1">
                <a:solidFill>
                  <a:srgbClr val="123E4F"/>
                </a:solidFill>
                <a:latin typeface="DejaVu Sans"/>
                <a:ea typeface="DejaVu Sans"/>
                <a:cs typeface="DejaVu Sans"/>
              </a:defRPr>
            </a:lvl4pPr>
            <a:lvl5pPr>
              <a:defRPr sz="2400" b="1">
                <a:solidFill>
                  <a:srgbClr val="123E4F"/>
                </a:solidFill>
                <a:latin typeface="DejaVu Sans"/>
                <a:ea typeface="DejaVu Sans"/>
                <a:cs typeface="DejaVu Sans"/>
              </a:defRPr>
            </a:lvl5pPr>
            <a:lvl6pPr>
              <a:defRPr sz="2400" b="1">
                <a:solidFill>
                  <a:srgbClr val="123E4F"/>
                </a:solidFill>
                <a:latin typeface="DejaVu Sans"/>
                <a:ea typeface="DejaVu Sans"/>
                <a:cs typeface="DejaVu Sans"/>
              </a:defRPr>
            </a:lvl6pPr>
            <a:lvl7pPr>
              <a:defRPr sz="2400" b="1">
                <a:solidFill>
                  <a:srgbClr val="123E4F"/>
                </a:solidFill>
                <a:latin typeface="DejaVu Sans"/>
                <a:ea typeface="DejaVu Sans"/>
                <a:cs typeface="DejaVu Sans"/>
              </a:defRPr>
            </a:lvl7pPr>
            <a:lvl8pPr>
              <a:defRPr sz="2400" b="1">
                <a:solidFill>
                  <a:srgbClr val="123E4F"/>
                </a:solidFill>
                <a:latin typeface="DejaVu Sans"/>
                <a:ea typeface="DejaVu Sans"/>
                <a:cs typeface="DejaVu Sans"/>
              </a:defRPr>
            </a:lvl8pPr>
            <a:lvl9pPr>
              <a:defRPr sz="2400" b="1">
                <a:solidFill>
                  <a:srgbClr val="123E4F"/>
                </a:solidFill>
                <a:latin typeface="DejaVu Sans"/>
                <a:ea typeface="DejaVu Sans"/>
                <a:cs typeface="DejaVu Sans"/>
              </a:defRPr>
            </a:lvl9pPr>
          </a:lstStyle>
          <a:p xmlns:a="http://schemas.openxmlformats.org/drawingml/2006/main">
            <a:pPr>
              <a:defRPr sz="2400" b="1">
                <a:solidFill>
                  <a:srgbClr val="123E4F"/>
                </a:solidFill>
                <a:latin typeface="DejaVu Sans"/>
                <a:ea typeface="DejaVu Sans"/>
                <a:cs typeface="DejaVu Sans"/>
              </a:defRPr>
            </a:pPr>
            <a:r>
              <a:rPr sz="2400" b="1">
                <a:solidFill>
                  <a:srgbClr val="123E4F"/>
                </a:solidFill>
                <a:latin typeface="DejaVu Sans"/>
                <a:ea typeface="DejaVu Sans"/>
                <a:cs typeface="DejaVu Sans"/>
              </a:rPr>
              <a:t>RECORD</a:t>
            </a:r>
          </a:p>
        </p:txBody>
      </p:sp>
      <p:sp>
        <p:nvSpPr>
          <p:cNvPr id="17" name="4d">
            <a:extLst xmlns:a="http://schemas.openxmlformats.org/drawingml/2006/main">
              <a:ext uri="{FF2B5EF4-FFF2-40B4-BE49-F238E27FC236}">
                <a16:creationId xmlns:a16="http://schemas.microsoft.com/office/drawing/2014/main" id="{4E9D8628-D4E2-488C-8C0B-F80CAAD3399A}"/>
              </a:ext>
            </a:extLst>
          </p:cNvPr>
          <p:cNvSpPr>
            <a:spLocks xmlns:a="http://schemas.openxmlformats.org/drawingml/2006/main" noGrp="1"/>
          </p:cNvSpPr>
          <p:nvPr/>
        </p:nvSpPr>
        <p:spPr>
          <a:xfrm xmlns:a="http://schemas.openxmlformats.org/drawingml/2006/main">
            <a:off x="8001000" y="5200650"/>
            <a:ext cx="3524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48636E"/>
                </a:solidFill>
                <a:latin typeface="DejaVu Sans"/>
                <a:ea typeface="DejaVu Sans"/>
                <a:cs typeface="DejaVu Sans"/>
              </a:defRPr>
            </a:defPPr>
            <a:lvl1pPr>
              <a:defRPr sz="1950" b="0">
                <a:solidFill>
                  <a:srgbClr val="48636E"/>
                </a:solidFill>
                <a:latin typeface="DejaVu Sans"/>
                <a:ea typeface="DejaVu Sans"/>
                <a:cs typeface="DejaVu Sans"/>
              </a:defRPr>
            </a:lvl1pPr>
            <a:lvl2pPr>
              <a:defRPr sz="1950" b="0">
                <a:solidFill>
                  <a:srgbClr val="48636E"/>
                </a:solidFill>
                <a:latin typeface="DejaVu Sans"/>
                <a:ea typeface="DejaVu Sans"/>
                <a:cs typeface="DejaVu Sans"/>
              </a:defRPr>
            </a:lvl2pPr>
            <a:lvl3pPr>
              <a:defRPr sz="1950" b="0">
                <a:solidFill>
                  <a:srgbClr val="48636E"/>
                </a:solidFill>
                <a:latin typeface="DejaVu Sans"/>
                <a:ea typeface="DejaVu Sans"/>
                <a:cs typeface="DejaVu Sans"/>
              </a:defRPr>
            </a:lvl3pPr>
            <a:lvl4pPr>
              <a:defRPr sz="1950" b="0">
                <a:solidFill>
                  <a:srgbClr val="48636E"/>
                </a:solidFill>
                <a:latin typeface="DejaVu Sans"/>
                <a:ea typeface="DejaVu Sans"/>
                <a:cs typeface="DejaVu Sans"/>
              </a:defRPr>
            </a:lvl4pPr>
            <a:lvl5pPr>
              <a:defRPr sz="1950" b="0">
                <a:solidFill>
                  <a:srgbClr val="48636E"/>
                </a:solidFill>
                <a:latin typeface="DejaVu Sans"/>
                <a:ea typeface="DejaVu Sans"/>
                <a:cs typeface="DejaVu Sans"/>
              </a:defRPr>
            </a:lvl5pPr>
            <a:lvl6pPr>
              <a:defRPr sz="1950" b="0">
                <a:solidFill>
                  <a:srgbClr val="48636E"/>
                </a:solidFill>
                <a:latin typeface="DejaVu Sans"/>
                <a:ea typeface="DejaVu Sans"/>
                <a:cs typeface="DejaVu Sans"/>
              </a:defRPr>
            </a:lvl6pPr>
            <a:lvl7pPr>
              <a:defRPr sz="1950" b="0">
                <a:solidFill>
                  <a:srgbClr val="48636E"/>
                </a:solidFill>
                <a:latin typeface="DejaVu Sans"/>
                <a:ea typeface="DejaVu Sans"/>
                <a:cs typeface="DejaVu Sans"/>
              </a:defRPr>
            </a:lvl7pPr>
            <a:lvl8pPr>
              <a:defRPr sz="1950" b="0">
                <a:solidFill>
                  <a:srgbClr val="48636E"/>
                </a:solidFill>
                <a:latin typeface="DejaVu Sans"/>
                <a:ea typeface="DejaVu Sans"/>
                <a:cs typeface="DejaVu Sans"/>
              </a:defRPr>
            </a:lvl8pPr>
            <a:lvl9pPr>
              <a:defRPr sz="1950" b="0">
                <a:solidFill>
                  <a:srgbClr val="48636E"/>
                </a:solidFill>
                <a:latin typeface="DejaVu Sans"/>
                <a:ea typeface="DejaVu Sans"/>
                <a:cs typeface="DejaVu Sans"/>
              </a:defRPr>
            </a:lvl9pPr>
          </a:lstStyle>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Document reasons and</a:t>
            </a:r>
          </a:p>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the reconsideration route.</a:t>
            </a:r>
          </a:p>
        </p:txBody>
      </p:sp>
    </p:spTree>
    <p:extLst>
      <p:ext uri="{BB962C8B-B14F-4D97-AF65-F5344CB8AC3E}">
        <p14:creationId xmlns:p14="http://schemas.microsoft.com/office/powerpoint/2010/main" val="9444087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1E9F45-38C7-4012-B173-08C481B02B31}"/>
              </a:ext>
            </a:extLst>
          </p:cNvPr>
          <p:cNvPicPr>
            <a:picLocks xmlns:a="http://schemas.openxmlformats.org/drawingml/2006/main" noChangeAspect="1"/>
          </p:cNvPicPr>
          <p:nvPr/>
        </p:nvPicPr>
        <p:blipFill>
          <a:blip xmlns:r="http://schemas.openxmlformats.org/officeDocument/2006/relationships" xmlns:a="http://schemas.openxmlformats.org/drawingml/2006/main" r:embed="R4945689b0bb74675"/>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8AAA8B01-6FB2-4AD1-9ED7-76B43B818A81}"/>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Policy language people can use</a:t>
            </a:r>
          </a:p>
        </p:txBody>
      </p:sp>
      <p:sp>
        <p:nvSpPr>
          <p:cNvPr id="4" name="subtitle">
            <a:extLst xmlns:a="http://schemas.openxmlformats.org/drawingml/2006/main">
              <a:ext uri="{FF2B5EF4-FFF2-40B4-BE49-F238E27FC236}">
                <a16:creationId xmlns:a16="http://schemas.microsoft.com/office/drawing/2014/main" id="{61C662BC-2C92-488C-BCD0-D6F67A3C351D}"/>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Illustrative applicant guidance for local adaptation</a:t>
            </a:r>
          </a:p>
        </p:txBody>
      </p:sp>
      <p:sp>
        <p:nvSpPr>
          <p:cNvPr id="5" name="slide-number">
            <a:extLst xmlns:a="http://schemas.openxmlformats.org/drawingml/2006/main">
              <a:ext uri="{FF2B5EF4-FFF2-40B4-BE49-F238E27FC236}">
                <a16:creationId xmlns:a16="http://schemas.microsoft.com/office/drawing/2014/main" id="{5A01B61F-14E1-4516-989D-5083DCEB63E1}"/>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17</a:t>
            </a:r>
          </a:p>
        </p:txBody>
      </p:sp>
      <p:sp>
        <p:nvSpPr>
          <p:cNvPr id="6" name="a">
            <a:extLst xmlns:a="http://schemas.openxmlformats.org/drawingml/2006/main">
              <a:ext uri="{FF2B5EF4-FFF2-40B4-BE49-F238E27FC236}">
                <a16:creationId xmlns:a16="http://schemas.microsoft.com/office/drawing/2014/main" id="{EA26F47B-D6C3-41BA-8D5A-46863E00CF5B}"/>
              </a:ext>
            </a:extLst>
          </p:cNvPr>
          <p:cNvSpPr>
            <a:spLocks xmlns:a="http://schemas.openxmlformats.org/drawingml/2006/main" noGrp="1"/>
          </p:cNvSpPr>
          <p:nvPr/>
        </p:nvSpPr>
        <p:spPr>
          <a:xfrm xmlns:a="http://schemas.openxmlformats.org/drawingml/2006/main">
            <a:off x="609600" y="2247900"/>
            <a:ext cx="3286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1">
                <a:solidFill>
                  <a:srgbClr val="D84D20"/>
                </a:solidFill>
                <a:latin typeface="DejaVu Sans"/>
                <a:ea typeface="DejaVu Sans"/>
                <a:cs typeface="DejaVu Sans"/>
              </a:defRPr>
            </a:defPPr>
            <a:lvl1pPr>
              <a:defRPr sz="1650" b="1">
                <a:solidFill>
                  <a:srgbClr val="D84D20"/>
                </a:solidFill>
                <a:latin typeface="DejaVu Sans"/>
                <a:ea typeface="DejaVu Sans"/>
                <a:cs typeface="DejaVu Sans"/>
              </a:defRPr>
            </a:lvl1pPr>
            <a:lvl2pPr>
              <a:defRPr sz="1650" b="1">
                <a:solidFill>
                  <a:srgbClr val="D84D20"/>
                </a:solidFill>
                <a:latin typeface="DejaVu Sans"/>
                <a:ea typeface="DejaVu Sans"/>
                <a:cs typeface="DejaVu Sans"/>
              </a:defRPr>
            </a:lvl2pPr>
            <a:lvl3pPr>
              <a:defRPr sz="1650" b="1">
                <a:solidFill>
                  <a:srgbClr val="D84D20"/>
                </a:solidFill>
                <a:latin typeface="DejaVu Sans"/>
                <a:ea typeface="DejaVu Sans"/>
                <a:cs typeface="DejaVu Sans"/>
              </a:defRPr>
            </a:lvl3pPr>
            <a:lvl4pPr>
              <a:defRPr sz="1650" b="1">
                <a:solidFill>
                  <a:srgbClr val="D84D20"/>
                </a:solidFill>
                <a:latin typeface="DejaVu Sans"/>
                <a:ea typeface="DejaVu Sans"/>
                <a:cs typeface="DejaVu Sans"/>
              </a:defRPr>
            </a:lvl4pPr>
            <a:lvl5pPr>
              <a:defRPr sz="1650" b="1">
                <a:solidFill>
                  <a:srgbClr val="D84D20"/>
                </a:solidFill>
                <a:latin typeface="DejaVu Sans"/>
                <a:ea typeface="DejaVu Sans"/>
                <a:cs typeface="DejaVu Sans"/>
              </a:defRPr>
            </a:lvl5pPr>
            <a:lvl6pPr>
              <a:defRPr sz="1650" b="1">
                <a:solidFill>
                  <a:srgbClr val="D84D20"/>
                </a:solidFill>
                <a:latin typeface="DejaVu Sans"/>
                <a:ea typeface="DejaVu Sans"/>
                <a:cs typeface="DejaVu Sans"/>
              </a:defRPr>
            </a:lvl6pPr>
            <a:lvl7pPr>
              <a:defRPr sz="1650" b="1">
                <a:solidFill>
                  <a:srgbClr val="D84D20"/>
                </a:solidFill>
                <a:latin typeface="DejaVu Sans"/>
                <a:ea typeface="DejaVu Sans"/>
                <a:cs typeface="DejaVu Sans"/>
              </a:defRPr>
            </a:lvl7pPr>
            <a:lvl8pPr>
              <a:defRPr sz="1650" b="1">
                <a:solidFill>
                  <a:srgbClr val="D84D20"/>
                </a:solidFill>
                <a:latin typeface="DejaVu Sans"/>
                <a:ea typeface="DejaVu Sans"/>
                <a:cs typeface="DejaVu Sans"/>
              </a:defRPr>
            </a:lvl8pPr>
            <a:lvl9pPr>
              <a:defRPr sz="1650" b="1">
                <a:solidFill>
                  <a:srgbClr val="D84D20"/>
                </a:solidFill>
                <a:latin typeface="DejaVu Sans"/>
                <a:ea typeface="DejaVu Sans"/>
                <a:cs typeface="DejaVu Sans"/>
              </a:defRPr>
            </a:lvl9pPr>
          </a:lstStyle>
          <a:p xmlns:a="http://schemas.openxmlformats.org/drawingml/2006/main">
            <a:pPr>
              <a:defRPr sz="1650" b="1">
                <a:solidFill>
                  <a:srgbClr val="D84D20"/>
                </a:solidFill>
                <a:latin typeface="DejaVu Sans"/>
                <a:ea typeface="DejaVu Sans"/>
                <a:cs typeface="DejaVu Sans"/>
              </a:defRPr>
            </a:pPr>
            <a:r>
              <a:rPr sz="1650" b="1">
                <a:solidFill>
                  <a:srgbClr val="D84D20"/>
                </a:solidFill>
                <a:latin typeface="DejaVu Sans"/>
                <a:ea typeface="DejaVu Sans"/>
                <a:cs typeface="DejaVu Sans"/>
              </a:rPr>
              <a:t>UNCLEAR</a:t>
            </a:r>
          </a:p>
        </p:txBody>
      </p:sp>
      <p:sp>
        <p:nvSpPr>
          <p:cNvPr id="7" name="atext">
            <a:extLst xmlns:a="http://schemas.openxmlformats.org/drawingml/2006/main">
              <a:ext uri="{FF2B5EF4-FFF2-40B4-BE49-F238E27FC236}">
                <a16:creationId xmlns:a16="http://schemas.microsoft.com/office/drawing/2014/main" id="{2F0D2ABA-DEDD-4F28-8CC0-DD25AAAAD6B1}"/>
              </a:ext>
            </a:extLst>
          </p:cNvPr>
          <p:cNvSpPr>
            <a:spLocks xmlns:a="http://schemas.openxmlformats.org/drawingml/2006/main" noGrp="1"/>
          </p:cNvSpPr>
          <p:nvPr/>
        </p:nvSpPr>
        <p:spPr>
          <a:xfrm xmlns:a="http://schemas.openxmlformats.org/drawingml/2006/main">
            <a:off x="609600" y="2981325"/>
            <a:ext cx="3429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550" b="1">
                <a:solidFill>
                  <a:srgbClr val="123E4F"/>
                </a:solidFill>
                <a:latin typeface="DejaVu Sans"/>
                <a:ea typeface="DejaVu Sans"/>
                <a:cs typeface="DejaVu Sans"/>
              </a:defRPr>
            </a:defPPr>
            <a:lvl1pPr>
              <a:defRPr sz="2550" b="1">
                <a:solidFill>
                  <a:srgbClr val="123E4F"/>
                </a:solidFill>
                <a:latin typeface="DejaVu Sans"/>
                <a:ea typeface="DejaVu Sans"/>
                <a:cs typeface="DejaVu Sans"/>
              </a:defRPr>
            </a:lvl1pPr>
            <a:lvl2pPr>
              <a:defRPr sz="2550" b="1">
                <a:solidFill>
                  <a:srgbClr val="123E4F"/>
                </a:solidFill>
                <a:latin typeface="DejaVu Sans"/>
                <a:ea typeface="DejaVu Sans"/>
                <a:cs typeface="DejaVu Sans"/>
              </a:defRPr>
            </a:lvl2pPr>
            <a:lvl3pPr>
              <a:defRPr sz="2550" b="1">
                <a:solidFill>
                  <a:srgbClr val="123E4F"/>
                </a:solidFill>
                <a:latin typeface="DejaVu Sans"/>
                <a:ea typeface="DejaVu Sans"/>
                <a:cs typeface="DejaVu Sans"/>
              </a:defRPr>
            </a:lvl3pPr>
            <a:lvl4pPr>
              <a:defRPr sz="2550" b="1">
                <a:solidFill>
                  <a:srgbClr val="123E4F"/>
                </a:solidFill>
                <a:latin typeface="DejaVu Sans"/>
                <a:ea typeface="DejaVu Sans"/>
                <a:cs typeface="DejaVu Sans"/>
              </a:defRPr>
            </a:lvl4pPr>
            <a:lvl5pPr>
              <a:defRPr sz="2550" b="1">
                <a:solidFill>
                  <a:srgbClr val="123E4F"/>
                </a:solidFill>
                <a:latin typeface="DejaVu Sans"/>
                <a:ea typeface="DejaVu Sans"/>
                <a:cs typeface="DejaVu Sans"/>
              </a:defRPr>
            </a:lvl5pPr>
            <a:lvl6pPr>
              <a:defRPr sz="2550" b="1">
                <a:solidFill>
                  <a:srgbClr val="123E4F"/>
                </a:solidFill>
                <a:latin typeface="DejaVu Sans"/>
                <a:ea typeface="DejaVu Sans"/>
                <a:cs typeface="DejaVu Sans"/>
              </a:defRPr>
            </a:lvl6pPr>
            <a:lvl7pPr>
              <a:defRPr sz="2550" b="1">
                <a:solidFill>
                  <a:srgbClr val="123E4F"/>
                </a:solidFill>
                <a:latin typeface="DejaVu Sans"/>
                <a:ea typeface="DejaVu Sans"/>
                <a:cs typeface="DejaVu Sans"/>
              </a:defRPr>
            </a:lvl7pPr>
            <a:lvl8pPr>
              <a:defRPr sz="2550" b="1">
                <a:solidFill>
                  <a:srgbClr val="123E4F"/>
                </a:solidFill>
                <a:latin typeface="DejaVu Sans"/>
                <a:ea typeface="DejaVu Sans"/>
                <a:cs typeface="DejaVu Sans"/>
              </a:defRPr>
            </a:lvl8pPr>
            <a:lvl9pPr>
              <a:defRPr sz="2550" b="1">
                <a:solidFill>
                  <a:srgbClr val="123E4F"/>
                </a:solidFill>
                <a:latin typeface="DejaVu Sans"/>
                <a:ea typeface="DejaVu Sans"/>
                <a:cs typeface="DejaVu Sans"/>
              </a:defRPr>
            </a:lvl9pPr>
          </a:lstStyle>
          <a:p xmlns:a="http://schemas.openxmlformats.org/drawingml/2006/main">
            <a:pPr>
              <a:defRPr sz="2550" b="1">
                <a:solidFill>
                  <a:srgbClr val="123E4F"/>
                </a:solidFill>
                <a:latin typeface="DejaVu Sans"/>
                <a:ea typeface="DejaVu Sans"/>
                <a:cs typeface="DejaVu Sans"/>
              </a:defRPr>
            </a:pPr>
            <a:r>
              <a:rPr sz="2550" b="1">
                <a:solidFill>
                  <a:srgbClr val="123E4F"/>
                </a:solidFill>
                <a:latin typeface="DejaVu Sans"/>
                <a:ea typeface="DejaVu Sans"/>
                <a:cs typeface="DejaVu Sans"/>
              </a:rPr>
              <a:t>“AI-generated</a:t>
            </a:r>
          </a:p>
          <a:p xmlns:a="http://schemas.openxmlformats.org/drawingml/2006/main">
            <a:pPr>
              <a:defRPr sz="2550" b="1">
                <a:solidFill>
                  <a:srgbClr val="123E4F"/>
                </a:solidFill>
                <a:latin typeface="DejaVu Sans"/>
                <a:ea typeface="DejaVu Sans"/>
                <a:cs typeface="DejaVu Sans"/>
              </a:defRPr>
            </a:pPr>
            <a:r>
              <a:rPr sz="2550" b="1">
                <a:solidFill>
                  <a:srgbClr val="123E4F"/>
                </a:solidFill>
                <a:latin typeface="DejaVu Sans"/>
                <a:ea typeface="DejaVu Sans"/>
                <a:cs typeface="DejaVu Sans"/>
              </a:rPr>
              <a:t>applications may</a:t>
            </a:r>
          </a:p>
          <a:p xmlns:a="http://schemas.openxmlformats.org/drawingml/2006/main">
            <a:pPr>
              <a:defRPr sz="2550" b="1">
                <a:solidFill>
                  <a:srgbClr val="123E4F"/>
                </a:solidFill>
                <a:latin typeface="DejaVu Sans"/>
                <a:ea typeface="DejaVu Sans"/>
                <a:cs typeface="DejaVu Sans"/>
              </a:defRPr>
            </a:pPr>
            <a:r>
              <a:rPr sz="2550" b="1">
                <a:solidFill>
                  <a:srgbClr val="123E4F"/>
                </a:solidFill>
                <a:latin typeface="DejaVu Sans"/>
                <a:ea typeface="DejaVu Sans"/>
                <a:cs typeface="DejaVu Sans"/>
              </a:rPr>
              <a:t>be disqualified.”</a:t>
            </a:r>
          </a:p>
        </p:txBody>
      </p:sp>
      <p:sp>
        <p:nvSpPr>
          <p:cNvPr id="8" name="b">
            <a:extLst xmlns:a="http://schemas.openxmlformats.org/drawingml/2006/main">
              <a:ext uri="{FF2B5EF4-FFF2-40B4-BE49-F238E27FC236}">
                <a16:creationId xmlns:a16="http://schemas.microsoft.com/office/drawing/2014/main" id="{04FC63D9-E8C0-4B92-8265-BC63A58F7902}"/>
              </a:ext>
            </a:extLst>
          </p:cNvPr>
          <p:cNvSpPr>
            <a:spLocks xmlns:a="http://schemas.openxmlformats.org/drawingml/2006/main" noGrp="1"/>
          </p:cNvSpPr>
          <p:nvPr/>
        </p:nvSpPr>
        <p:spPr>
          <a:xfrm xmlns:a="http://schemas.openxmlformats.org/drawingml/2006/main">
            <a:off x="4933950" y="2247900"/>
            <a:ext cx="66484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1">
                <a:solidFill>
                  <a:srgbClr val="007D87"/>
                </a:solidFill>
                <a:latin typeface="DejaVu Sans"/>
                <a:ea typeface="DejaVu Sans"/>
                <a:cs typeface="DejaVu Sans"/>
              </a:defRPr>
            </a:defPPr>
            <a:lvl1pPr>
              <a:defRPr sz="1650" b="1">
                <a:solidFill>
                  <a:srgbClr val="007D87"/>
                </a:solidFill>
                <a:latin typeface="DejaVu Sans"/>
                <a:ea typeface="DejaVu Sans"/>
                <a:cs typeface="DejaVu Sans"/>
              </a:defRPr>
            </a:lvl1pPr>
            <a:lvl2pPr>
              <a:defRPr sz="1650" b="1">
                <a:solidFill>
                  <a:srgbClr val="007D87"/>
                </a:solidFill>
                <a:latin typeface="DejaVu Sans"/>
                <a:ea typeface="DejaVu Sans"/>
                <a:cs typeface="DejaVu Sans"/>
              </a:defRPr>
            </a:lvl2pPr>
            <a:lvl3pPr>
              <a:defRPr sz="1650" b="1">
                <a:solidFill>
                  <a:srgbClr val="007D87"/>
                </a:solidFill>
                <a:latin typeface="DejaVu Sans"/>
                <a:ea typeface="DejaVu Sans"/>
                <a:cs typeface="DejaVu Sans"/>
              </a:defRPr>
            </a:lvl3pPr>
            <a:lvl4pPr>
              <a:defRPr sz="1650" b="1">
                <a:solidFill>
                  <a:srgbClr val="007D87"/>
                </a:solidFill>
                <a:latin typeface="DejaVu Sans"/>
                <a:ea typeface="DejaVu Sans"/>
                <a:cs typeface="DejaVu Sans"/>
              </a:defRPr>
            </a:lvl4pPr>
            <a:lvl5pPr>
              <a:defRPr sz="1650" b="1">
                <a:solidFill>
                  <a:srgbClr val="007D87"/>
                </a:solidFill>
                <a:latin typeface="DejaVu Sans"/>
                <a:ea typeface="DejaVu Sans"/>
                <a:cs typeface="DejaVu Sans"/>
              </a:defRPr>
            </a:lvl5pPr>
            <a:lvl6pPr>
              <a:defRPr sz="1650" b="1">
                <a:solidFill>
                  <a:srgbClr val="007D87"/>
                </a:solidFill>
                <a:latin typeface="DejaVu Sans"/>
                <a:ea typeface="DejaVu Sans"/>
                <a:cs typeface="DejaVu Sans"/>
              </a:defRPr>
            </a:lvl6pPr>
            <a:lvl7pPr>
              <a:defRPr sz="1650" b="1">
                <a:solidFill>
                  <a:srgbClr val="007D87"/>
                </a:solidFill>
                <a:latin typeface="DejaVu Sans"/>
                <a:ea typeface="DejaVu Sans"/>
                <a:cs typeface="DejaVu Sans"/>
              </a:defRPr>
            </a:lvl7pPr>
            <a:lvl8pPr>
              <a:defRPr sz="1650" b="1">
                <a:solidFill>
                  <a:srgbClr val="007D87"/>
                </a:solidFill>
                <a:latin typeface="DejaVu Sans"/>
                <a:ea typeface="DejaVu Sans"/>
                <a:cs typeface="DejaVu Sans"/>
              </a:defRPr>
            </a:lvl8pPr>
            <a:lvl9pPr>
              <a:defRPr sz="1650" b="1">
                <a:solidFill>
                  <a:srgbClr val="007D87"/>
                </a:solidFill>
                <a:latin typeface="DejaVu Sans"/>
                <a:ea typeface="DejaVu Sans"/>
                <a:cs typeface="DejaVu Sans"/>
              </a:defRPr>
            </a:lvl9pPr>
          </a:lstStyle>
          <a:p xmlns:a="http://schemas.openxmlformats.org/drawingml/2006/main">
            <a:pPr>
              <a:defRPr sz="1650" b="1">
                <a:solidFill>
                  <a:srgbClr val="007D87"/>
                </a:solidFill>
                <a:latin typeface="DejaVu Sans"/>
                <a:ea typeface="DejaVu Sans"/>
                <a:cs typeface="DejaVu Sans"/>
              </a:defRPr>
            </a:pPr>
            <a:r>
              <a:rPr sz="1650" b="1">
                <a:solidFill>
                  <a:srgbClr val="007D87"/>
                </a:solidFill>
                <a:latin typeface="DejaVu Sans"/>
                <a:ea typeface="DejaVu Sans"/>
                <a:cs typeface="DejaVu Sans"/>
              </a:rPr>
              <a:t>MORE SPECIFIC</a:t>
            </a:r>
          </a:p>
        </p:txBody>
      </p:sp>
      <p:sp>
        <p:nvSpPr>
          <p:cNvPr id="9" name="btext">
            <a:extLst xmlns:a="http://schemas.openxmlformats.org/drawingml/2006/main">
              <a:ext uri="{FF2B5EF4-FFF2-40B4-BE49-F238E27FC236}">
                <a16:creationId xmlns:a16="http://schemas.microsoft.com/office/drawing/2014/main" id="{D02D4732-87E9-494D-BFBC-17801FEC2A56}"/>
              </a:ext>
            </a:extLst>
          </p:cNvPr>
          <p:cNvSpPr>
            <a:spLocks xmlns:a="http://schemas.openxmlformats.org/drawingml/2006/main" noGrp="1"/>
          </p:cNvSpPr>
          <p:nvPr/>
        </p:nvSpPr>
        <p:spPr>
          <a:xfrm xmlns:a="http://schemas.openxmlformats.org/drawingml/2006/main">
            <a:off x="4933950" y="2924175"/>
            <a:ext cx="66484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123E4F"/>
                </a:solidFill>
                <a:latin typeface="DejaVu Sans"/>
                <a:ea typeface="DejaVu Sans"/>
                <a:cs typeface="DejaVu Sans"/>
              </a:defRPr>
            </a:defPPr>
            <a:lvl1pPr>
              <a:defRPr sz="2025" b="0">
                <a:solidFill>
                  <a:srgbClr val="123E4F"/>
                </a:solidFill>
                <a:latin typeface="DejaVu Sans"/>
                <a:ea typeface="DejaVu Sans"/>
                <a:cs typeface="DejaVu Sans"/>
              </a:defRPr>
            </a:lvl1pPr>
            <a:lvl2pPr>
              <a:defRPr sz="2025" b="0">
                <a:solidFill>
                  <a:srgbClr val="123E4F"/>
                </a:solidFill>
                <a:latin typeface="DejaVu Sans"/>
                <a:ea typeface="DejaVu Sans"/>
                <a:cs typeface="DejaVu Sans"/>
              </a:defRPr>
            </a:lvl2pPr>
            <a:lvl3pPr>
              <a:defRPr sz="2025" b="0">
                <a:solidFill>
                  <a:srgbClr val="123E4F"/>
                </a:solidFill>
                <a:latin typeface="DejaVu Sans"/>
                <a:ea typeface="DejaVu Sans"/>
                <a:cs typeface="DejaVu Sans"/>
              </a:defRPr>
            </a:lvl3pPr>
            <a:lvl4pPr>
              <a:defRPr sz="2025" b="0">
                <a:solidFill>
                  <a:srgbClr val="123E4F"/>
                </a:solidFill>
                <a:latin typeface="DejaVu Sans"/>
                <a:ea typeface="DejaVu Sans"/>
                <a:cs typeface="DejaVu Sans"/>
              </a:defRPr>
            </a:lvl4pPr>
            <a:lvl5pPr>
              <a:defRPr sz="2025" b="0">
                <a:solidFill>
                  <a:srgbClr val="123E4F"/>
                </a:solidFill>
                <a:latin typeface="DejaVu Sans"/>
                <a:ea typeface="DejaVu Sans"/>
                <a:cs typeface="DejaVu Sans"/>
              </a:defRPr>
            </a:lvl5pPr>
            <a:lvl6pPr>
              <a:defRPr sz="2025" b="0">
                <a:solidFill>
                  <a:srgbClr val="123E4F"/>
                </a:solidFill>
                <a:latin typeface="DejaVu Sans"/>
                <a:ea typeface="DejaVu Sans"/>
                <a:cs typeface="DejaVu Sans"/>
              </a:defRPr>
            </a:lvl6pPr>
            <a:lvl7pPr>
              <a:defRPr sz="2025" b="0">
                <a:solidFill>
                  <a:srgbClr val="123E4F"/>
                </a:solidFill>
                <a:latin typeface="DejaVu Sans"/>
                <a:ea typeface="DejaVu Sans"/>
                <a:cs typeface="DejaVu Sans"/>
              </a:defRPr>
            </a:lvl7pPr>
            <a:lvl8pPr>
              <a:defRPr sz="2025" b="0">
                <a:solidFill>
                  <a:srgbClr val="123E4F"/>
                </a:solidFill>
                <a:latin typeface="DejaVu Sans"/>
                <a:ea typeface="DejaVu Sans"/>
                <a:cs typeface="DejaVu Sans"/>
              </a:defRPr>
            </a:lvl8pPr>
            <a:lvl9pPr>
              <a:defRPr sz="2025" b="0">
                <a:solidFill>
                  <a:srgbClr val="123E4F"/>
                </a:solidFill>
                <a:latin typeface="DejaVu Sans"/>
                <a:ea typeface="DejaVu Sans"/>
                <a:cs typeface="DejaVu Sans"/>
              </a:defRPr>
            </a:lvl9pPr>
          </a:lstStyle>
          <a:p xmlns:a="http://schemas.openxmlformats.org/drawingml/2006/main">
            <a:pPr>
              <a:defRPr sz="2025" b="0">
                <a:solidFill>
                  <a:srgbClr val="123E4F"/>
                </a:solidFill>
                <a:latin typeface="DejaVu Sans"/>
                <a:ea typeface="DejaVu Sans"/>
                <a:cs typeface="DejaVu Sans"/>
              </a:defRPr>
            </a:pPr>
            <a:r>
              <a:rPr sz="2025" b="0">
                <a:solidFill>
                  <a:srgbClr val="123E4F"/>
                </a:solidFill>
                <a:latin typeface="DejaVu Sans"/>
                <a:ea typeface="DejaVu Sans"/>
                <a:cs typeface="DejaVu Sans"/>
              </a:rPr>
              <a:t>You may use AI to brainstorm, outline, or proofread. Write your own statement and verify every claim. Disclose the tool and type of help. Staff review concerns under the published rules. A detector score alone will not decide eligibility. You may request reconsideration.</a:t>
            </a:r>
          </a:p>
        </p:txBody>
      </p:sp>
      <p:sp>
        <p:nvSpPr>
          <p:cNvPr id="10" name="foot">
            <a:extLst xmlns:a="http://schemas.openxmlformats.org/drawingml/2006/main">
              <a:ext uri="{FF2B5EF4-FFF2-40B4-BE49-F238E27FC236}">
                <a16:creationId xmlns:a16="http://schemas.microsoft.com/office/drawing/2014/main" id="{2ED0E704-9A68-4BD1-A877-8AC61715A57A}"/>
              </a:ext>
            </a:extLst>
          </p:cNvPr>
          <p:cNvSpPr>
            <a:spLocks xmlns:a="http://schemas.openxmlformats.org/drawingml/2006/main" noGrp="1"/>
          </p:cNvSpPr>
          <p:nvPr/>
        </p:nvSpPr>
        <p:spPr>
          <a:xfrm xmlns:a="http://schemas.openxmlformats.org/drawingml/2006/main">
            <a:off x="609600" y="571500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48636E"/>
                </a:solidFill>
                <a:latin typeface="DejaVu Sans"/>
                <a:ea typeface="DejaVu Sans"/>
                <a:cs typeface="DejaVu Sans"/>
              </a:defRPr>
            </a:defPPr>
            <a:lvl1pPr>
              <a:defRPr sz="1725" b="0">
                <a:solidFill>
                  <a:srgbClr val="48636E"/>
                </a:solidFill>
                <a:latin typeface="DejaVu Sans"/>
                <a:ea typeface="DejaVu Sans"/>
                <a:cs typeface="DejaVu Sans"/>
              </a:defRPr>
            </a:lvl1pPr>
            <a:lvl2pPr>
              <a:defRPr sz="1725" b="0">
                <a:solidFill>
                  <a:srgbClr val="48636E"/>
                </a:solidFill>
                <a:latin typeface="DejaVu Sans"/>
                <a:ea typeface="DejaVu Sans"/>
                <a:cs typeface="DejaVu Sans"/>
              </a:defRPr>
            </a:lvl2pPr>
            <a:lvl3pPr>
              <a:defRPr sz="1725" b="0">
                <a:solidFill>
                  <a:srgbClr val="48636E"/>
                </a:solidFill>
                <a:latin typeface="DejaVu Sans"/>
                <a:ea typeface="DejaVu Sans"/>
                <a:cs typeface="DejaVu Sans"/>
              </a:defRPr>
            </a:lvl3pPr>
            <a:lvl4pPr>
              <a:defRPr sz="1725" b="0">
                <a:solidFill>
                  <a:srgbClr val="48636E"/>
                </a:solidFill>
                <a:latin typeface="DejaVu Sans"/>
                <a:ea typeface="DejaVu Sans"/>
                <a:cs typeface="DejaVu Sans"/>
              </a:defRPr>
            </a:lvl4pPr>
            <a:lvl5pPr>
              <a:defRPr sz="1725" b="0">
                <a:solidFill>
                  <a:srgbClr val="48636E"/>
                </a:solidFill>
                <a:latin typeface="DejaVu Sans"/>
                <a:ea typeface="DejaVu Sans"/>
                <a:cs typeface="DejaVu Sans"/>
              </a:defRPr>
            </a:lvl5pPr>
            <a:lvl6pPr>
              <a:defRPr sz="1725" b="0">
                <a:solidFill>
                  <a:srgbClr val="48636E"/>
                </a:solidFill>
                <a:latin typeface="DejaVu Sans"/>
                <a:ea typeface="DejaVu Sans"/>
                <a:cs typeface="DejaVu Sans"/>
              </a:defRPr>
            </a:lvl6pPr>
            <a:lvl7pPr>
              <a:defRPr sz="1725" b="0">
                <a:solidFill>
                  <a:srgbClr val="48636E"/>
                </a:solidFill>
                <a:latin typeface="DejaVu Sans"/>
                <a:ea typeface="DejaVu Sans"/>
                <a:cs typeface="DejaVu Sans"/>
              </a:defRPr>
            </a:lvl7pPr>
            <a:lvl8pPr>
              <a:defRPr sz="1725" b="0">
                <a:solidFill>
                  <a:srgbClr val="48636E"/>
                </a:solidFill>
                <a:latin typeface="DejaVu Sans"/>
                <a:ea typeface="DejaVu Sans"/>
                <a:cs typeface="DejaVu Sans"/>
              </a:defRPr>
            </a:lvl8pPr>
            <a:lvl9pPr>
              <a:defRPr sz="1725" b="0">
                <a:solidFill>
                  <a:srgbClr val="48636E"/>
                </a:solidFill>
                <a:latin typeface="DejaVu Sans"/>
                <a:ea typeface="DejaVu Sans"/>
                <a:cs typeface="DejaVu Sans"/>
              </a:defRPr>
            </a:lvl9pPr>
          </a:lstStyle>
          <a:p xmlns:a="http://schemas.openxmlformats.org/drawingml/2006/main">
            <a:pPr>
              <a:defRPr sz="1725" b="0">
                <a:solidFill>
                  <a:srgbClr val="48636E"/>
                </a:solidFill>
                <a:latin typeface="DejaVu Sans"/>
                <a:ea typeface="DejaVu Sans"/>
                <a:cs typeface="DejaVu Sans"/>
              </a:defRPr>
            </a:pPr>
            <a:r>
              <a:rPr sz="1725" b="0">
                <a:solidFill>
                  <a:srgbClr val="48636E"/>
                </a:solidFill>
                <a:latin typeface="DejaVu Sans"/>
                <a:ea typeface="DejaVu Sans"/>
                <a:cs typeface="DejaVu Sans"/>
              </a:rPr>
              <a:t>Local choices: translation, disclosure method, review contact, and deadlines.</a:t>
            </a:r>
          </a:p>
        </p:txBody>
      </p:sp>
    </p:spTree>
    <p:extLst>
      <p:ext uri="{BB962C8B-B14F-4D97-AF65-F5344CB8AC3E}">
        <p14:creationId xmlns:p14="http://schemas.microsoft.com/office/powerpoint/2010/main" val="3754189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247C958-2942-473D-A457-C04637397517}"/>
              </a:ext>
            </a:extLst>
          </p:cNvPr>
          <p:cNvPicPr>
            <a:picLocks xmlns:a="http://schemas.openxmlformats.org/drawingml/2006/main" noChangeAspect="1"/>
          </p:cNvPicPr>
          <p:nvPr/>
        </p:nvPicPr>
        <p:blipFill>
          <a:blip xmlns:r="http://schemas.openxmlformats.org/officeDocument/2006/relationships" xmlns:a="http://schemas.openxmlformats.org/drawingml/2006/main" r:embed="R5fccc06efaed42dd"/>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FCF04ACA-55AA-4E6F-AC2D-405E71439E2C}"/>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policy drafting lab</a:t>
            </a:r>
          </a:p>
        </p:txBody>
      </p:sp>
      <p:sp>
        <p:nvSpPr>
          <p:cNvPr id="4" name="subtitle">
            <a:extLst xmlns:a="http://schemas.openxmlformats.org/drawingml/2006/main">
              <a:ext uri="{FF2B5EF4-FFF2-40B4-BE49-F238E27FC236}">
                <a16:creationId xmlns:a16="http://schemas.microsoft.com/office/drawing/2014/main" id="{5C00A4DC-1320-46FF-BAE6-6EC974F72082}"/>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Write one usable sentence for each audience or situation.</a:t>
            </a:r>
          </a:p>
        </p:txBody>
      </p:sp>
      <p:sp>
        <p:nvSpPr>
          <p:cNvPr id="5" name="slide-number">
            <a:extLst xmlns:a="http://schemas.openxmlformats.org/drawingml/2006/main">
              <a:ext uri="{FF2B5EF4-FFF2-40B4-BE49-F238E27FC236}">
                <a16:creationId xmlns:a16="http://schemas.microsoft.com/office/drawing/2014/main" id="{2BDA004B-E5CA-4C81-8D74-2860C14D1D3D}"/>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19</a:t>
            </a:r>
          </a:p>
        </p:txBody>
      </p:sp>
      <p:sp>
        <p:nvSpPr>
          <p:cNvPr id="6" name="activity-timing">
            <a:extLst xmlns:a="http://schemas.openxmlformats.org/drawingml/2006/main">
              <a:ext uri="{FF2B5EF4-FFF2-40B4-BE49-F238E27FC236}">
                <a16:creationId xmlns:a16="http://schemas.microsoft.com/office/drawing/2014/main" id="{790608E8-A883-43B8-ACC3-C7FF201ABC5A}"/>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8     6 MINUTES     SMALL GROUPS</a:t>
            </a:r>
          </a:p>
        </p:txBody>
      </p:sp>
      <p:sp>
        <p:nvSpPr>
          <p:cNvPr id="7" name="review">
            <a:extLst xmlns:a="http://schemas.openxmlformats.org/drawingml/2006/main">
              <a:ext uri="{FF2B5EF4-FFF2-40B4-BE49-F238E27FC236}">
                <a16:creationId xmlns:a16="http://schemas.microsoft.com/office/drawing/2014/main" id="{1FA813CE-5C95-41C3-B590-2F8D3F03B4EC}"/>
              </a:ext>
            </a:extLst>
          </p:cNvPr>
          <p:cNvSpPr>
            <a:spLocks xmlns:a="http://schemas.openxmlformats.org/drawingml/2006/main" noGrp="1"/>
          </p:cNvSpPr>
          <p:nvPr/>
        </p:nvSpPr>
        <p:spPr>
          <a:xfrm xmlns:a="http://schemas.openxmlformats.org/drawingml/2006/main">
            <a:off x="609600" y="5210175"/>
            <a:ext cx="10972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007D87"/>
                </a:solidFill>
                <a:latin typeface="DejaVu Sans"/>
                <a:ea typeface="DejaVu Sans"/>
                <a:cs typeface="DejaVu Sans"/>
              </a:defRPr>
            </a:defPPr>
            <a:lvl1pPr>
              <a:defRPr sz="2175" b="1">
                <a:solidFill>
                  <a:srgbClr val="007D87"/>
                </a:solidFill>
                <a:latin typeface="DejaVu Sans"/>
                <a:ea typeface="DejaVu Sans"/>
                <a:cs typeface="DejaVu Sans"/>
              </a:defRPr>
            </a:lvl1pPr>
            <a:lvl2pPr>
              <a:defRPr sz="2175" b="1">
                <a:solidFill>
                  <a:srgbClr val="007D87"/>
                </a:solidFill>
                <a:latin typeface="DejaVu Sans"/>
                <a:ea typeface="DejaVu Sans"/>
                <a:cs typeface="DejaVu Sans"/>
              </a:defRPr>
            </a:lvl2pPr>
            <a:lvl3pPr>
              <a:defRPr sz="2175" b="1">
                <a:solidFill>
                  <a:srgbClr val="007D87"/>
                </a:solidFill>
                <a:latin typeface="DejaVu Sans"/>
                <a:ea typeface="DejaVu Sans"/>
                <a:cs typeface="DejaVu Sans"/>
              </a:defRPr>
            </a:lvl3pPr>
            <a:lvl4pPr>
              <a:defRPr sz="2175" b="1">
                <a:solidFill>
                  <a:srgbClr val="007D87"/>
                </a:solidFill>
                <a:latin typeface="DejaVu Sans"/>
                <a:ea typeface="DejaVu Sans"/>
                <a:cs typeface="DejaVu Sans"/>
              </a:defRPr>
            </a:lvl4pPr>
            <a:lvl5pPr>
              <a:defRPr sz="2175" b="1">
                <a:solidFill>
                  <a:srgbClr val="007D87"/>
                </a:solidFill>
                <a:latin typeface="DejaVu Sans"/>
                <a:ea typeface="DejaVu Sans"/>
                <a:cs typeface="DejaVu Sans"/>
              </a:defRPr>
            </a:lvl5pPr>
            <a:lvl6pPr>
              <a:defRPr sz="2175" b="1">
                <a:solidFill>
                  <a:srgbClr val="007D87"/>
                </a:solidFill>
                <a:latin typeface="DejaVu Sans"/>
                <a:ea typeface="DejaVu Sans"/>
                <a:cs typeface="DejaVu Sans"/>
              </a:defRPr>
            </a:lvl6pPr>
            <a:lvl7pPr>
              <a:defRPr sz="2175" b="1">
                <a:solidFill>
                  <a:srgbClr val="007D87"/>
                </a:solidFill>
                <a:latin typeface="DejaVu Sans"/>
                <a:ea typeface="DejaVu Sans"/>
                <a:cs typeface="DejaVu Sans"/>
              </a:defRPr>
            </a:lvl7pPr>
            <a:lvl8pPr>
              <a:defRPr sz="2175" b="1">
                <a:solidFill>
                  <a:srgbClr val="007D87"/>
                </a:solidFill>
                <a:latin typeface="DejaVu Sans"/>
                <a:ea typeface="DejaVu Sans"/>
                <a:cs typeface="DejaVu Sans"/>
              </a:defRPr>
            </a:lvl8pPr>
            <a:lvl9pPr>
              <a:defRPr sz="2175" b="1">
                <a:solidFill>
                  <a:srgbClr val="007D87"/>
                </a:solidFill>
                <a:latin typeface="DejaVu Sans"/>
                <a:ea typeface="DejaVu Sans"/>
                <a:cs typeface="DejaVu Sans"/>
              </a:defRPr>
            </a:lvl9pPr>
          </a:lstStyle>
          <a:p xmlns:a="http://schemas.openxmlformats.org/drawingml/2006/main">
            <a:pPr>
              <a:defRPr sz="2175" b="1">
                <a:solidFill>
                  <a:srgbClr val="007D87"/>
                </a:solidFill>
                <a:latin typeface="DejaVu Sans"/>
                <a:ea typeface="DejaVu Sans"/>
                <a:cs typeface="DejaVu Sans"/>
              </a:defRPr>
            </a:pPr>
            <a:r>
              <a:rPr sz="2175" b="1">
                <a:solidFill>
                  <a:srgbClr val="007D87"/>
                </a:solidFill>
                <a:latin typeface="DejaVu Sans"/>
                <a:ea typeface="DejaVu Sans"/>
                <a:cs typeface="DejaVu Sans"/>
              </a:rPr>
              <a:t>Exchange drafts with another group.</a:t>
            </a:r>
          </a:p>
        </p:txBody>
      </p:sp>
      <p:sp>
        <p:nvSpPr>
          <p:cNvPr id="8" name="test">
            <a:extLst xmlns:a="http://schemas.openxmlformats.org/drawingml/2006/main">
              <a:ext uri="{FF2B5EF4-FFF2-40B4-BE49-F238E27FC236}">
                <a16:creationId xmlns:a16="http://schemas.microsoft.com/office/drawing/2014/main" id="{C7212141-79B4-47C9-A6F8-3F6C8A270B65}"/>
              </a:ext>
            </a:extLst>
          </p:cNvPr>
          <p:cNvSpPr>
            <a:spLocks xmlns:a="http://schemas.openxmlformats.org/drawingml/2006/main" noGrp="1"/>
          </p:cNvSpPr>
          <p:nvPr/>
        </p:nvSpPr>
        <p:spPr>
          <a:xfrm xmlns:a="http://schemas.openxmlformats.org/drawingml/2006/main">
            <a:off x="609600" y="5695950"/>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Could a new applicant or staff member act on each sentence?</a:t>
            </a:r>
          </a:p>
        </p:txBody>
      </p:sp>
      <p:graphicFrame>
        <p:nvGraphicFramePr>
          <p:cNvPr id="9" name="">
            <a:extLst xmlns:a="http://schemas.openxmlformats.org/drawingml/2006/main">
              <a:ext uri="{FF2B5EF4-FFF2-40B4-BE49-F238E27FC236}">
                <a16:creationId xmlns:a16="http://schemas.microsoft.com/office/drawing/2014/main" id="{08B16356-64A6-4805-BD47-638242C8E638}"/>
              </a:ext>
            </a:extLst>
          </p:cNvPr>
          <p:cNvGraphicFramePr/>
          <p:nvPr/>
        </p:nvGraphicFramePr>
        <p:xfrm>
          <a:off xmlns:a="http://schemas.openxmlformats.org/drawingml/2006/main" x="609600" y="2190750"/>
          <a:ext xmlns:a="http://schemas.openxmlformats.org/drawingml/2006/main" cx="10972800" cy="2714625"/>
        </p:xfrm>
        <a:graphic xmlns:a="http://schemas.openxmlformats.org/drawingml/2006/main">
          <a:graphicData uri="http://schemas.openxmlformats.org/drawingml/2006/table">
            <a:tbl>
              <a:tblPr/>
              <a:tblGrid>
                <a:gridCol w="2505075"/>
                <a:gridCol w="8467725"/>
              </a:tblGrid>
              <a:tr h="466725">
                <a:tc>
                  <a:txBody>
                    <a:bodyPr wrap="square" lIns="133350" tIns="95250" rIns="133350" bIns="95250"/>
                    <a:lstStyle/>
                    <a:p>
                      <a:r>
                        <a:rPr sz="1500" b="1">
                          <a:solidFill>
                            <a:srgbClr val="FFFFFF"/>
                          </a:solidFill>
                          <a:latin typeface="DejaVu Sans"/>
                          <a:ea typeface="DejaVu Sans"/>
                          <a:cs typeface="DejaVu Sans"/>
                        </a:rPr>
                        <a:t>FOCUS</a:t>
                      </a:r>
                    </a:p>
                  </a:txBody>
                  <a:tcPr marL="91440" marR="91440" marT="45720" marB="45720" anchor="ctr">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c>
                  <a:txBody>
                    <a:bodyPr wrap="square" lIns="133350" tIns="95250" rIns="133350" bIns="95250"/>
                    <a:lstStyle/>
                    <a:p>
                      <a:r>
                        <a:rPr sz="1500" b="1">
                          <a:solidFill>
                            <a:srgbClr val="FFFFFF"/>
                          </a:solidFill>
                          <a:latin typeface="DejaVu Sans"/>
                          <a:ea typeface="DejaVu Sans"/>
                          <a:cs typeface="DejaVu Sans"/>
                        </a:rPr>
                        <a:t>Your sentence must specify</a:t>
                      </a:r>
                    </a:p>
                  </a:txBody>
                  <a:tcPr marL="91440" marR="91440" marT="45720" marB="45720" anchor="ctr">
                    <a:lnR w="28575">
                      <a:solidFill>
                        <a:srgbClr val="FFFFFF"/>
                      </a:solidFill>
                      <a:prstDash val="solid"/>
                    </a:lnR>
                    <a:lnT w="28575">
                      <a:solidFill>
                        <a:srgbClr val="FFFFFF"/>
                      </a:solidFill>
                      <a:prstDash val="solid"/>
                    </a:lnT>
                    <a:lnB w="28575">
                      <a:solidFill>
                        <a:srgbClr val="FFFFFF"/>
                      </a:solidFill>
                      <a:prstDash val="solid"/>
                    </a:lnB>
                    <a:solidFill>
                      <a:srgbClr val="007D87"/>
                    </a:solidFill>
                  </a:tcPr>
                </a:tc>
              </a:tr>
              <a:tr h="752475">
                <a:tc>
                  <a:txBody>
                    <a:bodyPr wrap="square" lIns="133350" tIns="95250" rIns="133350" bIns="95250"/>
                    <a:lstStyle/>
                    <a:p>
                      <a:r>
                        <a:rPr sz="1875" b="0">
                          <a:solidFill>
                            <a:srgbClr val="123E4F"/>
                          </a:solidFill>
                          <a:latin typeface="DejaVu Sans"/>
                          <a:ea typeface="DejaVu Sans"/>
                          <a:cs typeface="DejaVu Sans"/>
                        </a:rPr>
                        <a:t>Applicants</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75" b="0">
                          <a:solidFill>
                            <a:srgbClr val="123E4F"/>
                          </a:solidFill>
                          <a:latin typeface="DejaVu Sans"/>
                          <a:ea typeface="DejaVu Sans"/>
                          <a:cs typeface="DejaVu Sans"/>
                        </a:rPr>
                        <a:t>Allowed help, truthful work, and when to disclose</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r h="752475">
                <a:tc>
                  <a:txBody>
                    <a:bodyPr wrap="square" lIns="133350" tIns="95250" rIns="133350" bIns="95250"/>
                    <a:lstStyle/>
                    <a:p>
                      <a:r>
                        <a:rPr sz="1875" b="0">
                          <a:solidFill>
                            <a:srgbClr val="123E4F"/>
                          </a:solidFill>
                          <a:latin typeface="DejaVu Sans"/>
                          <a:ea typeface="DejaVu Sans"/>
                          <a:cs typeface="DejaVu Sans"/>
                        </a:rPr>
                        <a:t>Reviewers</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F3F7F8"/>
                    </a:solidFill>
                  </a:tcPr>
                </a:tc>
                <a:tc>
                  <a:txBody>
                    <a:bodyPr wrap="square" lIns="133350" tIns="95250" rIns="133350" bIns="95250"/>
                    <a:lstStyle/>
                    <a:p>
                      <a:r>
                        <a:rPr sz="1875" b="0">
                          <a:solidFill>
                            <a:srgbClr val="123E4F"/>
                          </a:solidFill>
                          <a:latin typeface="DejaVu Sans"/>
                          <a:ea typeface="DejaVu Sans"/>
                          <a:cs typeface="DejaVu Sans"/>
                        </a:rPr>
                        <a:t>Approved task and tool, evidence check, and owner</a:t>
                      </a:r>
                    </a:p>
                  </a:txBody>
                  <a:tcPr marL="91440" marR="91440" marT="45720" marB="45720" anchor="ctr">
                    <a:lnR w="28575">
                      <a:solidFill>
                        <a:srgbClr val="FFFFFF"/>
                      </a:solidFill>
                      <a:prstDash val="solid"/>
                    </a:lnR>
                    <a:lnB w="28575">
                      <a:solidFill>
                        <a:srgbClr val="FFFFFF"/>
                      </a:solidFill>
                      <a:prstDash val="solid"/>
                    </a:lnB>
                    <a:solidFill>
                      <a:srgbClr val="F3F7F8"/>
                    </a:solidFill>
                  </a:tcPr>
                </a:tc>
              </a:tr>
              <a:tr h="742950">
                <a:tc>
                  <a:txBody>
                    <a:bodyPr wrap="square" lIns="133350" tIns="95250" rIns="133350" bIns="95250"/>
                    <a:lstStyle/>
                    <a:p>
                      <a:r>
                        <a:rPr sz="1875" b="0">
                          <a:solidFill>
                            <a:srgbClr val="123E4F"/>
                          </a:solidFill>
                          <a:latin typeface="DejaVu Sans"/>
                          <a:ea typeface="DejaVu Sans"/>
                          <a:cs typeface="DejaVu Sans"/>
                        </a:rPr>
                        <a:t>Concerns</a:t>
                      </a:r>
                    </a:p>
                  </a:txBody>
                  <a:tcPr marL="91440" marR="91440" marT="45720" marB="45720" anchor="ctr">
                    <a:lnL w="28575">
                      <a:solidFill>
                        <a:srgbClr val="FFFFFF"/>
                      </a:solidFill>
                      <a:prstDash val="solid"/>
                    </a:lnL>
                    <a:lnR w="28575">
                      <a:solidFill>
                        <a:srgbClr val="FFFFFF"/>
                      </a:solidFill>
                      <a:prstDash val="solid"/>
                    </a:lnR>
                    <a:lnB w="28575">
                      <a:solidFill>
                        <a:srgbClr val="FFFFFF"/>
                      </a:solidFill>
                      <a:prstDash val="solid"/>
                    </a:lnB>
                    <a:solidFill>
                      <a:srgbClr val="E6F4F4"/>
                    </a:solidFill>
                  </a:tcPr>
                </a:tc>
                <a:tc>
                  <a:txBody>
                    <a:bodyPr wrap="square" lIns="133350" tIns="95250" rIns="133350" bIns="95250"/>
                    <a:lstStyle/>
                    <a:p>
                      <a:r>
                        <a:rPr sz="1875" b="0">
                          <a:solidFill>
                            <a:srgbClr val="123E4F"/>
                          </a:solidFill>
                          <a:latin typeface="DejaVu Sans"/>
                          <a:ea typeface="DejaVu Sans"/>
                          <a:cs typeface="DejaVu Sans"/>
                        </a:rPr>
                        <a:t>Evidence review, clarification, and reconsideration</a:t>
                      </a:r>
                    </a:p>
                  </a:txBody>
                  <a:tcPr marL="91440" marR="91440" marT="45720" marB="45720" anchor="ctr">
                    <a:lnR w="28575">
                      <a:solidFill>
                        <a:srgbClr val="FFFFFF"/>
                      </a:solidFill>
                      <a:prstDash val="solid"/>
                    </a:lnR>
                    <a:lnB w="28575">
                      <a:solidFill>
                        <a:srgbClr val="FFFFFF"/>
                      </a:solidFill>
                      <a:prstDash val="solid"/>
                    </a:lnB>
                    <a:solidFill>
                      <a:srgbClr val="E6F4F4"/>
                    </a:solidFill>
                  </a:tcPr>
                </a:tc>
              </a:tr>
            </a:tbl>
          </a:graphicData>
        </a:graphic>
      </p:graphicFrame>
    </p:spTree>
    <p:extLst>
      <p:ext uri="{BB962C8B-B14F-4D97-AF65-F5344CB8AC3E}">
        <p14:creationId xmlns:p14="http://schemas.microsoft.com/office/powerpoint/2010/main" val="144574769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1E9F45-38C7-4012-B173-08C481B02B31}"/>
              </a:ext>
            </a:extLst>
          </p:cNvPr>
          <p:cNvPicPr>
            <a:picLocks xmlns:a="http://schemas.openxmlformats.org/drawingml/2006/main" noChangeAspect="1"/>
          </p:cNvPicPr>
          <p:nvPr/>
        </p:nvPicPr>
        <p:blipFill>
          <a:blip xmlns:r="http://schemas.openxmlformats.org/officeDocument/2006/relationships" xmlns:a="http://schemas.openxmlformats.org/drawingml/2006/main" r:embed="R0534a36a94e544a5"/>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sample-kicker">
            <a:extLst xmlns:a="http://schemas.openxmlformats.org/drawingml/2006/main">
              <a:ext uri="{FF2B5EF4-FFF2-40B4-BE49-F238E27FC236}">
                <a16:creationId xmlns:a16="http://schemas.microsoft.com/office/drawing/2014/main" id="{7D00A59B-FE97-46E2-9883-0025ECEE1DC6}"/>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E74714"/>
                </a:solidFill>
                <a:latin typeface="Aptos"/>
                <a:ea typeface="Aptos"/>
                <a:cs typeface="Aptos"/>
              </a:defRPr>
            </a:defPPr>
            <a:lvl1pPr>
              <a:defRPr sz="1350" b="1">
                <a:solidFill>
                  <a:srgbClr val="E74714"/>
                </a:solidFill>
                <a:latin typeface="Aptos"/>
                <a:ea typeface="Aptos"/>
                <a:cs typeface="Aptos"/>
              </a:defRPr>
            </a:lvl1pPr>
            <a:lvl2pPr>
              <a:defRPr sz="1350" b="1">
                <a:solidFill>
                  <a:srgbClr val="E74714"/>
                </a:solidFill>
                <a:latin typeface="Aptos"/>
                <a:ea typeface="Aptos"/>
                <a:cs typeface="Aptos"/>
              </a:defRPr>
            </a:lvl2pPr>
            <a:lvl3pPr>
              <a:defRPr sz="1350" b="1">
                <a:solidFill>
                  <a:srgbClr val="E74714"/>
                </a:solidFill>
                <a:latin typeface="Aptos"/>
                <a:ea typeface="Aptos"/>
                <a:cs typeface="Aptos"/>
              </a:defRPr>
            </a:lvl3pPr>
            <a:lvl4pPr>
              <a:defRPr sz="1350" b="1">
                <a:solidFill>
                  <a:srgbClr val="E74714"/>
                </a:solidFill>
                <a:latin typeface="Aptos"/>
                <a:ea typeface="Aptos"/>
                <a:cs typeface="Aptos"/>
              </a:defRPr>
            </a:lvl4pPr>
            <a:lvl5pPr>
              <a:defRPr sz="1350" b="1">
                <a:solidFill>
                  <a:srgbClr val="E74714"/>
                </a:solidFill>
                <a:latin typeface="Aptos"/>
                <a:ea typeface="Aptos"/>
                <a:cs typeface="Aptos"/>
              </a:defRPr>
            </a:lvl5pPr>
            <a:lvl6pPr>
              <a:defRPr sz="1350" b="1">
                <a:solidFill>
                  <a:srgbClr val="E74714"/>
                </a:solidFill>
                <a:latin typeface="Aptos"/>
                <a:ea typeface="Aptos"/>
                <a:cs typeface="Aptos"/>
              </a:defRPr>
            </a:lvl6pPr>
            <a:lvl7pPr>
              <a:defRPr sz="1350" b="1">
                <a:solidFill>
                  <a:srgbClr val="E74714"/>
                </a:solidFill>
                <a:latin typeface="Aptos"/>
                <a:ea typeface="Aptos"/>
                <a:cs typeface="Aptos"/>
              </a:defRPr>
            </a:lvl7pPr>
            <a:lvl8pPr>
              <a:defRPr sz="1350" b="1">
                <a:solidFill>
                  <a:srgbClr val="E74714"/>
                </a:solidFill>
                <a:latin typeface="Aptos"/>
                <a:ea typeface="Aptos"/>
                <a:cs typeface="Aptos"/>
              </a:defRPr>
            </a:lvl8pPr>
            <a:lvl9pPr>
              <a:defRPr sz="1350" b="1">
                <a:solidFill>
                  <a:srgbClr val="E74714"/>
                </a:solidFill>
                <a:latin typeface="Aptos"/>
                <a:ea typeface="Aptos"/>
                <a:cs typeface="Aptos"/>
              </a:defRPr>
            </a:lvl9pPr>
          </a:lstStyle>
          <a:p xmlns:a="http://schemas.openxmlformats.org/drawingml/2006/main">
            <a:pPr>
              <a:defRPr sz="1350" b="1">
                <a:solidFill>
                  <a:srgbClr val="E74714"/>
                </a:solidFill>
                <a:latin typeface="Aptos"/>
                <a:ea typeface="Aptos"/>
                <a:cs typeface="Aptos"/>
              </a:defRPr>
            </a:pPr>
            <a:r>
              <a:rPr sz="1350" b="1">
                <a:solidFill>
                  <a:srgbClr val="E74714"/>
                </a:solidFill>
                <a:latin typeface="Aptos"/>
                <a:ea typeface="Aptos"/>
                <a:cs typeface="Aptos"/>
              </a:rPr>
              <a:t>POLICY DRAFTING LAB     SAMPLE 1 OF 3</a:t>
            </a:r>
          </a:p>
        </p:txBody>
      </p:sp>
      <p:sp>
        <p:nvSpPr>
          <p:cNvPr id="4" name="sample-title">
            <a:extLst xmlns:a="http://schemas.openxmlformats.org/drawingml/2006/main">
              <a:ext uri="{FF2B5EF4-FFF2-40B4-BE49-F238E27FC236}">
                <a16:creationId xmlns:a16="http://schemas.microsoft.com/office/drawing/2014/main" id="{BB0D8AE2-D527-4F5F-90A5-002AF06BD1ED}"/>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1">
                <a:solidFill>
                  <a:srgbClr val="123F50"/>
                </a:solidFill>
                <a:latin typeface="Aptos"/>
                <a:ea typeface="Aptos"/>
                <a:cs typeface="Aptos"/>
              </a:defRPr>
            </a:defPPr>
            <a:lvl1pPr>
              <a:defRPr sz="3300" b="1">
                <a:solidFill>
                  <a:srgbClr val="123F50"/>
                </a:solidFill>
                <a:latin typeface="Aptos"/>
                <a:ea typeface="Aptos"/>
                <a:cs typeface="Aptos"/>
              </a:defRPr>
            </a:lvl1pPr>
            <a:lvl2pPr>
              <a:defRPr sz="3300" b="1">
                <a:solidFill>
                  <a:srgbClr val="123F50"/>
                </a:solidFill>
                <a:latin typeface="Aptos"/>
                <a:ea typeface="Aptos"/>
                <a:cs typeface="Aptos"/>
              </a:defRPr>
            </a:lvl2pPr>
            <a:lvl3pPr>
              <a:defRPr sz="3300" b="1">
                <a:solidFill>
                  <a:srgbClr val="123F50"/>
                </a:solidFill>
                <a:latin typeface="Aptos"/>
                <a:ea typeface="Aptos"/>
                <a:cs typeface="Aptos"/>
              </a:defRPr>
            </a:lvl3pPr>
            <a:lvl4pPr>
              <a:defRPr sz="3300" b="1">
                <a:solidFill>
                  <a:srgbClr val="123F50"/>
                </a:solidFill>
                <a:latin typeface="Aptos"/>
                <a:ea typeface="Aptos"/>
                <a:cs typeface="Aptos"/>
              </a:defRPr>
            </a:lvl4pPr>
            <a:lvl5pPr>
              <a:defRPr sz="3300" b="1">
                <a:solidFill>
                  <a:srgbClr val="123F50"/>
                </a:solidFill>
                <a:latin typeface="Aptos"/>
                <a:ea typeface="Aptos"/>
                <a:cs typeface="Aptos"/>
              </a:defRPr>
            </a:lvl5pPr>
            <a:lvl6pPr>
              <a:defRPr sz="3300" b="1">
                <a:solidFill>
                  <a:srgbClr val="123F50"/>
                </a:solidFill>
                <a:latin typeface="Aptos"/>
                <a:ea typeface="Aptos"/>
                <a:cs typeface="Aptos"/>
              </a:defRPr>
            </a:lvl6pPr>
            <a:lvl7pPr>
              <a:defRPr sz="3300" b="1">
                <a:solidFill>
                  <a:srgbClr val="123F50"/>
                </a:solidFill>
                <a:latin typeface="Aptos"/>
                <a:ea typeface="Aptos"/>
                <a:cs typeface="Aptos"/>
              </a:defRPr>
            </a:lvl7pPr>
            <a:lvl8pPr>
              <a:defRPr sz="3300" b="1">
                <a:solidFill>
                  <a:srgbClr val="123F50"/>
                </a:solidFill>
                <a:latin typeface="Aptos"/>
                <a:ea typeface="Aptos"/>
                <a:cs typeface="Aptos"/>
              </a:defRPr>
            </a:lvl8pPr>
            <a:lvl9pPr>
              <a:defRPr sz="3300" b="1">
                <a:solidFill>
                  <a:srgbClr val="123F50"/>
                </a:solidFill>
                <a:latin typeface="Aptos"/>
                <a:ea typeface="Aptos"/>
                <a:cs typeface="Aptos"/>
              </a:defRPr>
            </a:lvl9pPr>
          </a:lstStyle>
          <a:p xmlns:a="http://schemas.openxmlformats.org/drawingml/2006/main">
            <a:pPr>
              <a:defRPr sz="3300" b="1">
                <a:solidFill>
                  <a:srgbClr val="123F50"/>
                </a:solidFill>
                <a:latin typeface="Aptos"/>
                <a:ea typeface="Aptos"/>
                <a:cs typeface="Aptos"/>
              </a:defRPr>
            </a:pPr>
            <a:r>
              <a:rPr sz="3300" b="1">
                <a:solidFill>
                  <a:srgbClr val="123F50"/>
                </a:solidFill>
                <a:latin typeface="Aptos"/>
                <a:ea typeface="Aptos"/>
                <a:cs typeface="Aptos"/>
              </a:rPr>
              <a:t>Sample response: Applicants</a:t>
            </a:r>
          </a:p>
        </p:txBody>
      </p:sp>
      <p:sp>
        <p:nvSpPr>
          <p:cNvPr id="5" name="sample-label">
            <a:extLst xmlns:a="http://schemas.openxmlformats.org/drawingml/2006/main">
              <a:ext uri="{FF2B5EF4-FFF2-40B4-BE49-F238E27FC236}">
                <a16:creationId xmlns:a16="http://schemas.microsoft.com/office/drawing/2014/main" id="{BE65DCB9-F776-4BFB-9CB0-B1553AD3773D}"/>
              </a:ext>
            </a:extLst>
          </p:cNvPr>
          <p:cNvSpPr>
            <a:spLocks xmlns:a="http://schemas.openxmlformats.org/drawingml/2006/main" noGrp="1"/>
          </p:cNvSpPr>
          <p:nvPr/>
        </p:nvSpPr>
        <p:spPr>
          <a:xfrm xmlns:a="http://schemas.openxmlformats.org/drawingml/2006/main">
            <a:off x="609600" y="1590675"/>
            <a:ext cx="5143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00838D"/>
                </a:solidFill>
                <a:latin typeface="Aptos"/>
                <a:ea typeface="Aptos"/>
                <a:cs typeface="Aptos"/>
              </a:defRPr>
            </a:defPPr>
            <a:lvl1pPr>
              <a:defRPr sz="1500" b="1">
                <a:solidFill>
                  <a:srgbClr val="00838D"/>
                </a:solidFill>
                <a:latin typeface="Aptos"/>
                <a:ea typeface="Aptos"/>
                <a:cs typeface="Aptos"/>
              </a:defRPr>
            </a:lvl1pPr>
            <a:lvl2pPr>
              <a:defRPr sz="1500" b="1">
                <a:solidFill>
                  <a:srgbClr val="00838D"/>
                </a:solidFill>
                <a:latin typeface="Aptos"/>
                <a:ea typeface="Aptos"/>
                <a:cs typeface="Aptos"/>
              </a:defRPr>
            </a:lvl2pPr>
            <a:lvl3pPr>
              <a:defRPr sz="1500" b="1">
                <a:solidFill>
                  <a:srgbClr val="00838D"/>
                </a:solidFill>
                <a:latin typeface="Aptos"/>
                <a:ea typeface="Aptos"/>
                <a:cs typeface="Aptos"/>
              </a:defRPr>
            </a:lvl3pPr>
            <a:lvl4pPr>
              <a:defRPr sz="1500" b="1">
                <a:solidFill>
                  <a:srgbClr val="00838D"/>
                </a:solidFill>
                <a:latin typeface="Aptos"/>
                <a:ea typeface="Aptos"/>
                <a:cs typeface="Aptos"/>
              </a:defRPr>
            </a:lvl4pPr>
            <a:lvl5pPr>
              <a:defRPr sz="1500" b="1">
                <a:solidFill>
                  <a:srgbClr val="00838D"/>
                </a:solidFill>
                <a:latin typeface="Aptos"/>
                <a:ea typeface="Aptos"/>
                <a:cs typeface="Aptos"/>
              </a:defRPr>
            </a:lvl5pPr>
            <a:lvl6pPr>
              <a:defRPr sz="1500" b="1">
                <a:solidFill>
                  <a:srgbClr val="00838D"/>
                </a:solidFill>
                <a:latin typeface="Aptos"/>
                <a:ea typeface="Aptos"/>
                <a:cs typeface="Aptos"/>
              </a:defRPr>
            </a:lvl6pPr>
            <a:lvl7pPr>
              <a:defRPr sz="1500" b="1">
                <a:solidFill>
                  <a:srgbClr val="00838D"/>
                </a:solidFill>
                <a:latin typeface="Aptos"/>
                <a:ea typeface="Aptos"/>
                <a:cs typeface="Aptos"/>
              </a:defRPr>
            </a:lvl7pPr>
            <a:lvl8pPr>
              <a:defRPr sz="1500" b="1">
                <a:solidFill>
                  <a:srgbClr val="00838D"/>
                </a:solidFill>
                <a:latin typeface="Aptos"/>
                <a:ea typeface="Aptos"/>
                <a:cs typeface="Aptos"/>
              </a:defRPr>
            </a:lvl8pPr>
            <a:lvl9pPr>
              <a:defRPr sz="1500" b="1">
                <a:solidFill>
                  <a:srgbClr val="00838D"/>
                </a:solidFill>
                <a:latin typeface="Aptos"/>
                <a:ea typeface="Aptos"/>
                <a:cs typeface="Aptos"/>
              </a:defRPr>
            </a:lvl9pPr>
          </a:lstStyle>
          <a:p xmlns:a="http://schemas.openxmlformats.org/drawingml/2006/main">
            <a:pPr>
              <a:defRPr sz="1500" b="1">
                <a:solidFill>
                  <a:srgbClr val="00838D"/>
                </a:solidFill>
                <a:latin typeface="Aptos"/>
                <a:ea typeface="Aptos"/>
                <a:cs typeface="Aptos"/>
              </a:defRPr>
            </a:pPr>
            <a:r>
              <a:rPr sz="1500" b="1">
                <a:solidFill>
                  <a:srgbClr val="00838D"/>
                </a:solidFill>
                <a:latin typeface="Aptos"/>
                <a:ea typeface="Aptos"/>
                <a:cs typeface="Aptos"/>
              </a:rPr>
              <a:t>SAMPLE RESPONSE</a:t>
            </a:r>
          </a:p>
        </p:txBody>
      </p:sp>
      <p:sp>
        <p:nvSpPr>
          <p:cNvPr id="6" name="explanation-label">
            <a:extLst xmlns:a="http://schemas.openxmlformats.org/drawingml/2006/main">
              <a:ext uri="{FF2B5EF4-FFF2-40B4-BE49-F238E27FC236}">
                <a16:creationId xmlns:a16="http://schemas.microsoft.com/office/drawing/2014/main" id="{1D5894D5-185B-4382-81E4-22F6A981D52A}"/>
              </a:ext>
            </a:extLst>
          </p:cNvPr>
          <p:cNvSpPr>
            <a:spLocks xmlns:a="http://schemas.openxmlformats.org/drawingml/2006/main" noGrp="1"/>
          </p:cNvSpPr>
          <p:nvPr/>
        </p:nvSpPr>
        <p:spPr>
          <a:xfrm xmlns:a="http://schemas.openxmlformats.org/drawingml/2006/main">
            <a:off x="6705600" y="1590675"/>
            <a:ext cx="485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00838D"/>
                </a:solidFill>
                <a:latin typeface="Aptos"/>
                <a:ea typeface="Aptos"/>
                <a:cs typeface="Aptos"/>
              </a:defRPr>
            </a:defPPr>
            <a:lvl1pPr>
              <a:defRPr sz="1500" b="1">
                <a:solidFill>
                  <a:srgbClr val="00838D"/>
                </a:solidFill>
                <a:latin typeface="Aptos"/>
                <a:ea typeface="Aptos"/>
                <a:cs typeface="Aptos"/>
              </a:defRPr>
            </a:lvl1pPr>
            <a:lvl2pPr>
              <a:defRPr sz="1500" b="1">
                <a:solidFill>
                  <a:srgbClr val="00838D"/>
                </a:solidFill>
                <a:latin typeface="Aptos"/>
                <a:ea typeface="Aptos"/>
                <a:cs typeface="Aptos"/>
              </a:defRPr>
            </a:lvl2pPr>
            <a:lvl3pPr>
              <a:defRPr sz="1500" b="1">
                <a:solidFill>
                  <a:srgbClr val="00838D"/>
                </a:solidFill>
                <a:latin typeface="Aptos"/>
                <a:ea typeface="Aptos"/>
                <a:cs typeface="Aptos"/>
              </a:defRPr>
            </a:lvl3pPr>
            <a:lvl4pPr>
              <a:defRPr sz="1500" b="1">
                <a:solidFill>
                  <a:srgbClr val="00838D"/>
                </a:solidFill>
                <a:latin typeface="Aptos"/>
                <a:ea typeface="Aptos"/>
                <a:cs typeface="Aptos"/>
              </a:defRPr>
            </a:lvl4pPr>
            <a:lvl5pPr>
              <a:defRPr sz="1500" b="1">
                <a:solidFill>
                  <a:srgbClr val="00838D"/>
                </a:solidFill>
                <a:latin typeface="Aptos"/>
                <a:ea typeface="Aptos"/>
                <a:cs typeface="Aptos"/>
              </a:defRPr>
            </a:lvl5pPr>
            <a:lvl6pPr>
              <a:defRPr sz="1500" b="1">
                <a:solidFill>
                  <a:srgbClr val="00838D"/>
                </a:solidFill>
                <a:latin typeface="Aptos"/>
                <a:ea typeface="Aptos"/>
                <a:cs typeface="Aptos"/>
              </a:defRPr>
            </a:lvl6pPr>
            <a:lvl7pPr>
              <a:defRPr sz="1500" b="1">
                <a:solidFill>
                  <a:srgbClr val="00838D"/>
                </a:solidFill>
                <a:latin typeface="Aptos"/>
                <a:ea typeface="Aptos"/>
                <a:cs typeface="Aptos"/>
              </a:defRPr>
            </a:lvl7pPr>
            <a:lvl8pPr>
              <a:defRPr sz="1500" b="1">
                <a:solidFill>
                  <a:srgbClr val="00838D"/>
                </a:solidFill>
                <a:latin typeface="Aptos"/>
                <a:ea typeface="Aptos"/>
                <a:cs typeface="Aptos"/>
              </a:defRPr>
            </a:lvl8pPr>
            <a:lvl9pPr>
              <a:defRPr sz="1500" b="1">
                <a:solidFill>
                  <a:srgbClr val="00838D"/>
                </a:solidFill>
                <a:latin typeface="Aptos"/>
                <a:ea typeface="Aptos"/>
                <a:cs typeface="Aptos"/>
              </a:defRPr>
            </a:lvl9pPr>
          </a:lstStyle>
          <a:p xmlns:a="http://schemas.openxmlformats.org/drawingml/2006/main">
            <a:pPr>
              <a:defRPr sz="1500" b="1">
                <a:solidFill>
                  <a:srgbClr val="00838D"/>
                </a:solidFill>
                <a:latin typeface="Aptos"/>
                <a:ea typeface="Aptos"/>
                <a:cs typeface="Aptos"/>
              </a:defRPr>
            </a:pPr>
            <a:r>
              <a:rPr sz="1500" b="1">
                <a:solidFill>
                  <a:srgbClr val="00838D"/>
                </a:solidFill>
                <a:latin typeface="Aptos"/>
                <a:ea typeface="Aptos"/>
                <a:cs typeface="Aptos"/>
              </a:rPr>
              <a:t>WHY IT WORKS</a:t>
            </a:r>
          </a:p>
        </p:txBody>
      </p:sp>
      <p:sp>
        <p:nvSpPr>
          <p:cNvPr id="7" name="sample-response">
            <a:extLst xmlns:a="http://schemas.openxmlformats.org/drawingml/2006/main">
              <a:ext uri="{FF2B5EF4-FFF2-40B4-BE49-F238E27FC236}">
                <a16:creationId xmlns:a16="http://schemas.microsoft.com/office/drawing/2014/main" id="{DFA8B47A-B2CD-48A2-9B2E-D760ABF9FE4E}"/>
              </a:ext>
            </a:extLst>
          </p:cNvPr>
          <p:cNvSpPr>
            <a:spLocks xmlns:a="http://schemas.openxmlformats.org/drawingml/2006/main" noGrp="1"/>
          </p:cNvSpPr>
          <p:nvPr/>
        </p:nvSpPr>
        <p:spPr>
          <a:xfrm xmlns:a="http://schemas.openxmlformats.org/drawingml/2006/main">
            <a:off x="609600" y="2143125"/>
            <a:ext cx="528637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0">
                <a:solidFill>
                  <a:srgbClr val="123F50"/>
                </a:solidFill>
                <a:latin typeface="Aptos"/>
                <a:ea typeface="Aptos"/>
                <a:cs typeface="Aptos"/>
              </a:defRPr>
            </a:defPPr>
            <a:lvl1pPr>
              <a:defRPr sz="2250" b="0">
                <a:solidFill>
                  <a:srgbClr val="123F50"/>
                </a:solidFill>
                <a:latin typeface="Aptos"/>
                <a:ea typeface="Aptos"/>
                <a:cs typeface="Aptos"/>
              </a:defRPr>
            </a:lvl1pPr>
            <a:lvl2pPr>
              <a:defRPr sz="2250" b="0">
                <a:solidFill>
                  <a:srgbClr val="123F50"/>
                </a:solidFill>
                <a:latin typeface="Aptos"/>
                <a:ea typeface="Aptos"/>
                <a:cs typeface="Aptos"/>
              </a:defRPr>
            </a:lvl2pPr>
            <a:lvl3pPr>
              <a:defRPr sz="2250" b="0">
                <a:solidFill>
                  <a:srgbClr val="123F50"/>
                </a:solidFill>
                <a:latin typeface="Aptos"/>
                <a:ea typeface="Aptos"/>
                <a:cs typeface="Aptos"/>
              </a:defRPr>
            </a:lvl3pPr>
            <a:lvl4pPr>
              <a:defRPr sz="2250" b="0">
                <a:solidFill>
                  <a:srgbClr val="123F50"/>
                </a:solidFill>
                <a:latin typeface="Aptos"/>
                <a:ea typeface="Aptos"/>
                <a:cs typeface="Aptos"/>
              </a:defRPr>
            </a:lvl4pPr>
            <a:lvl5pPr>
              <a:defRPr sz="2250" b="0">
                <a:solidFill>
                  <a:srgbClr val="123F50"/>
                </a:solidFill>
                <a:latin typeface="Aptos"/>
                <a:ea typeface="Aptos"/>
                <a:cs typeface="Aptos"/>
              </a:defRPr>
            </a:lvl5pPr>
            <a:lvl6pPr>
              <a:defRPr sz="2250" b="0">
                <a:solidFill>
                  <a:srgbClr val="123F50"/>
                </a:solidFill>
                <a:latin typeface="Aptos"/>
                <a:ea typeface="Aptos"/>
                <a:cs typeface="Aptos"/>
              </a:defRPr>
            </a:lvl6pPr>
            <a:lvl7pPr>
              <a:defRPr sz="2250" b="0">
                <a:solidFill>
                  <a:srgbClr val="123F50"/>
                </a:solidFill>
                <a:latin typeface="Aptos"/>
                <a:ea typeface="Aptos"/>
                <a:cs typeface="Aptos"/>
              </a:defRPr>
            </a:lvl7pPr>
            <a:lvl8pPr>
              <a:defRPr sz="2250" b="0">
                <a:solidFill>
                  <a:srgbClr val="123F50"/>
                </a:solidFill>
                <a:latin typeface="Aptos"/>
                <a:ea typeface="Aptos"/>
                <a:cs typeface="Aptos"/>
              </a:defRPr>
            </a:lvl8pPr>
            <a:lvl9pPr>
              <a:defRPr sz="2250" b="0">
                <a:solidFill>
                  <a:srgbClr val="123F50"/>
                </a:solidFill>
                <a:latin typeface="Aptos"/>
                <a:ea typeface="Aptos"/>
                <a:cs typeface="Aptos"/>
              </a:defRPr>
            </a:lvl9pPr>
          </a:lstStyle>
          <a:p xmlns:a="http://schemas.openxmlformats.org/drawingml/2006/main">
            <a:pPr>
              <a:defRPr sz="2250" b="0">
                <a:solidFill>
                  <a:srgbClr val="123F50"/>
                </a:solidFill>
                <a:latin typeface="Aptos"/>
                <a:ea typeface="Aptos"/>
                <a:cs typeface="Aptos"/>
              </a:defRPr>
            </a:pPr>
            <a:r>
              <a:rPr sz="2250" b="0">
                <a:solidFill>
                  <a:srgbClr val="123F50"/>
                </a:solidFill>
                <a:latin typeface="Aptos"/>
                <a:ea typeface="Aptos"/>
                <a:cs typeface="Aptos"/>
              </a:rPr>
              <a:t>You may use AI to brainstorm, outline, or proofread, but you must write your own statement, verify each claim, and disclose the tool and type of help.</a:t>
            </a:r>
          </a:p>
        </p:txBody>
      </p:sp>
      <p:sp>
        <p:nvSpPr>
          <p:cNvPr id="8" name="explanation-bullets">
            <a:extLst xmlns:a="http://schemas.openxmlformats.org/drawingml/2006/main">
              <a:ext uri="{FF2B5EF4-FFF2-40B4-BE49-F238E27FC236}">
                <a16:creationId xmlns:a16="http://schemas.microsoft.com/office/drawing/2014/main" id="{FE4EC5AD-7860-422F-BA53-D620AB0A4E4A}"/>
              </a:ext>
            </a:extLst>
          </p:cNvPr>
          <p:cNvSpPr>
            <a:spLocks xmlns:a="http://schemas.openxmlformats.org/drawingml/2006/main" noGrp="1"/>
          </p:cNvSpPr>
          <p:nvPr/>
        </p:nvSpPr>
        <p:spPr>
          <a:xfrm xmlns:a="http://schemas.openxmlformats.org/drawingml/2006/main">
            <a:off x="6705600" y="2143125"/>
            <a:ext cx="4810125"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23F50"/>
                </a:solidFill>
                <a:latin typeface="Aptos"/>
                <a:ea typeface="Aptos"/>
                <a:cs typeface="Aptos"/>
              </a:defRPr>
            </a:defPPr>
            <a:lvl1pPr>
              <a:defRPr sz="1950" b="0">
                <a:solidFill>
                  <a:srgbClr val="123F50"/>
                </a:solidFill>
                <a:latin typeface="Aptos"/>
                <a:ea typeface="Aptos"/>
                <a:cs typeface="Aptos"/>
              </a:defRPr>
            </a:lvl1pPr>
            <a:lvl2pPr>
              <a:defRPr sz="1950" b="0">
                <a:solidFill>
                  <a:srgbClr val="123F50"/>
                </a:solidFill>
                <a:latin typeface="Aptos"/>
                <a:ea typeface="Aptos"/>
                <a:cs typeface="Aptos"/>
              </a:defRPr>
            </a:lvl2pPr>
            <a:lvl3pPr>
              <a:defRPr sz="1950" b="0">
                <a:solidFill>
                  <a:srgbClr val="123F50"/>
                </a:solidFill>
                <a:latin typeface="Aptos"/>
                <a:ea typeface="Aptos"/>
                <a:cs typeface="Aptos"/>
              </a:defRPr>
            </a:lvl3pPr>
            <a:lvl4pPr>
              <a:defRPr sz="1950" b="0">
                <a:solidFill>
                  <a:srgbClr val="123F50"/>
                </a:solidFill>
                <a:latin typeface="Aptos"/>
                <a:ea typeface="Aptos"/>
                <a:cs typeface="Aptos"/>
              </a:defRPr>
            </a:lvl4pPr>
            <a:lvl5pPr>
              <a:defRPr sz="1950" b="0">
                <a:solidFill>
                  <a:srgbClr val="123F50"/>
                </a:solidFill>
                <a:latin typeface="Aptos"/>
                <a:ea typeface="Aptos"/>
                <a:cs typeface="Aptos"/>
              </a:defRPr>
            </a:lvl5pPr>
            <a:lvl6pPr>
              <a:defRPr sz="1950" b="0">
                <a:solidFill>
                  <a:srgbClr val="123F50"/>
                </a:solidFill>
                <a:latin typeface="Aptos"/>
                <a:ea typeface="Aptos"/>
                <a:cs typeface="Aptos"/>
              </a:defRPr>
            </a:lvl6pPr>
            <a:lvl7pPr>
              <a:defRPr sz="1950" b="0">
                <a:solidFill>
                  <a:srgbClr val="123F50"/>
                </a:solidFill>
                <a:latin typeface="Aptos"/>
                <a:ea typeface="Aptos"/>
                <a:cs typeface="Aptos"/>
              </a:defRPr>
            </a:lvl7pPr>
            <a:lvl8pPr>
              <a:defRPr sz="1950" b="0">
                <a:solidFill>
                  <a:srgbClr val="123F50"/>
                </a:solidFill>
                <a:latin typeface="Aptos"/>
                <a:ea typeface="Aptos"/>
                <a:cs typeface="Aptos"/>
              </a:defRPr>
            </a:lvl8pPr>
            <a:lvl9pPr>
              <a:defRPr sz="1950" b="0">
                <a:solidFill>
                  <a:srgbClr val="123F50"/>
                </a:solidFill>
                <a:latin typeface="Aptos"/>
                <a:ea typeface="Aptos"/>
                <a:cs typeface="Aptos"/>
              </a:defRPr>
            </a:lvl9pPr>
          </a:lstStyle>
          <a:p xmlns:a="http://schemas.openxmlformats.org/drawingml/2006/main">
            <a:pPr marL="20" indent="-18">
              <a:spcAft>
                <a:spcPts val="22"/>
              </a:spcAft>
              <a:buChar char="•"/>
              <a:defRPr sz="1950" b="0">
                <a:solidFill>
                  <a:srgbClr val="123F50"/>
                </a:solidFill>
                <a:latin typeface="Aptos"/>
                <a:ea typeface="Aptos"/>
                <a:cs typeface="Aptos"/>
              </a:defRPr>
            </a:pPr>
            <a:r>
              <a:t>Allowed help: Names brainstorming, outlining, and proofreading.</a:t>
            </a:r>
          </a:p>
          <a:p xmlns:a="http://schemas.openxmlformats.org/drawingml/2006/main">
            <a:pPr marL="20" indent="-18">
              <a:spcAft>
                <a:spcPts val="22"/>
              </a:spcAft>
              <a:buChar char="•"/>
              <a:defRPr sz="1950" b="0">
                <a:solidFill>
                  <a:srgbClr val="123F50"/>
                </a:solidFill>
                <a:latin typeface="Aptos"/>
                <a:ea typeface="Aptos"/>
                <a:cs typeface="Aptos"/>
              </a:defRPr>
            </a:pPr>
            <a:r>
              <a:t>Truthful work: Requires the applicant’s own statement and verification of every claim.</a:t>
            </a:r>
          </a:p>
          <a:p xmlns:a="http://schemas.openxmlformats.org/drawingml/2006/main">
            <a:pPr marL="20" indent="-18">
              <a:spcAft>
                <a:spcPts val="22"/>
              </a:spcAft>
              <a:buChar char="•"/>
              <a:defRPr sz="1950" b="0">
                <a:solidFill>
                  <a:srgbClr val="123F50"/>
                </a:solidFill>
                <a:latin typeface="Aptos"/>
                <a:ea typeface="Aptos"/>
                <a:cs typeface="Aptos"/>
              </a:defRPr>
            </a:pPr>
            <a:r>
              <a:t>Disclosure: Identifies the tool and the type of help received.</a:t>
            </a:r>
          </a:p>
        </p:txBody>
      </p:sp>
      <p:sp>
        <p:nvSpPr>
          <p:cNvPr id="9" name="local-adaptation">
            <a:extLst xmlns:a="http://schemas.openxmlformats.org/drawingml/2006/main">
              <a:ext uri="{FF2B5EF4-FFF2-40B4-BE49-F238E27FC236}">
                <a16:creationId xmlns:a16="http://schemas.microsoft.com/office/drawing/2014/main" id="{7F5CFED1-5E6C-40C5-944D-A3B8B1B84092}"/>
              </a:ext>
            </a:extLst>
          </p:cNvPr>
          <p:cNvSpPr>
            <a:spLocks xmlns:a="http://schemas.openxmlformats.org/drawingml/2006/main" noGrp="1"/>
          </p:cNvSpPr>
          <p:nvPr/>
        </p:nvSpPr>
        <p:spPr>
          <a:xfrm xmlns:a="http://schemas.openxmlformats.org/drawingml/2006/main">
            <a:off x="609600" y="5438775"/>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486875"/>
                </a:solidFill>
                <a:latin typeface="Aptos"/>
                <a:ea typeface="Aptos"/>
                <a:cs typeface="Aptos"/>
              </a:defRPr>
            </a:defPPr>
            <a:lvl1pPr>
              <a:defRPr sz="1650" b="0">
                <a:solidFill>
                  <a:srgbClr val="486875"/>
                </a:solidFill>
                <a:latin typeface="Aptos"/>
                <a:ea typeface="Aptos"/>
                <a:cs typeface="Aptos"/>
              </a:defRPr>
            </a:lvl1pPr>
            <a:lvl2pPr>
              <a:defRPr sz="1650" b="0">
                <a:solidFill>
                  <a:srgbClr val="486875"/>
                </a:solidFill>
                <a:latin typeface="Aptos"/>
                <a:ea typeface="Aptos"/>
                <a:cs typeface="Aptos"/>
              </a:defRPr>
            </a:lvl2pPr>
            <a:lvl3pPr>
              <a:defRPr sz="1650" b="0">
                <a:solidFill>
                  <a:srgbClr val="486875"/>
                </a:solidFill>
                <a:latin typeface="Aptos"/>
                <a:ea typeface="Aptos"/>
                <a:cs typeface="Aptos"/>
              </a:defRPr>
            </a:lvl3pPr>
            <a:lvl4pPr>
              <a:defRPr sz="1650" b="0">
                <a:solidFill>
                  <a:srgbClr val="486875"/>
                </a:solidFill>
                <a:latin typeface="Aptos"/>
                <a:ea typeface="Aptos"/>
                <a:cs typeface="Aptos"/>
              </a:defRPr>
            </a:lvl4pPr>
            <a:lvl5pPr>
              <a:defRPr sz="1650" b="0">
                <a:solidFill>
                  <a:srgbClr val="486875"/>
                </a:solidFill>
                <a:latin typeface="Aptos"/>
                <a:ea typeface="Aptos"/>
                <a:cs typeface="Aptos"/>
              </a:defRPr>
            </a:lvl5pPr>
            <a:lvl6pPr>
              <a:defRPr sz="1650" b="0">
                <a:solidFill>
                  <a:srgbClr val="486875"/>
                </a:solidFill>
                <a:latin typeface="Aptos"/>
                <a:ea typeface="Aptos"/>
                <a:cs typeface="Aptos"/>
              </a:defRPr>
            </a:lvl6pPr>
            <a:lvl7pPr>
              <a:defRPr sz="1650" b="0">
                <a:solidFill>
                  <a:srgbClr val="486875"/>
                </a:solidFill>
                <a:latin typeface="Aptos"/>
                <a:ea typeface="Aptos"/>
                <a:cs typeface="Aptos"/>
              </a:defRPr>
            </a:lvl7pPr>
            <a:lvl8pPr>
              <a:defRPr sz="1650" b="0">
                <a:solidFill>
                  <a:srgbClr val="486875"/>
                </a:solidFill>
                <a:latin typeface="Aptos"/>
                <a:ea typeface="Aptos"/>
                <a:cs typeface="Aptos"/>
              </a:defRPr>
            </a:lvl8pPr>
            <a:lvl9pPr>
              <a:defRPr sz="1650" b="0">
                <a:solidFill>
                  <a:srgbClr val="486875"/>
                </a:solidFill>
                <a:latin typeface="Aptos"/>
                <a:ea typeface="Aptos"/>
                <a:cs typeface="Aptos"/>
              </a:defRPr>
            </a:lvl9pPr>
          </a:lstStyle>
          <a:p xmlns:a="http://schemas.openxmlformats.org/drawingml/2006/main">
            <a:pPr>
              <a:defRPr sz="1650" b="0">
                <a:solidFill>
                  <a:srgbClr val="486875"/>
                </a:solidFill>
                <a:latin typeface="Aptos"/>
                <a:ea typeface="Aptos"/>
                <a:cs typeface="Aptos"/>
              </a:defRPr>
            </a:pPr>
            <a:r>
              <a:rPr sz="1650" b="0">
                <a:solidFill>
                  <a:srgbClr val="486875"/>
                </a:solidFill>
                <a:latin typeface="Aptos"/>
                <a:ea typeface="Aptos"/>
                <a:cs typeface="Aptos"/>
              </a:rPr>
              <a:t>Local choice: Specify where and when applicants disclose AI help.</a:t>
            </a:r>
          </a:p>
        </p:txBody>
      </p:sp>
      <p:sp>
        <p:nvSpPr>
          <p:cNvPr id="10" name="slide-number">
            <a:extLst xmlns:a="http://schemas.openxmlformats.org/drawingml/2006/main">
              <a:ext uri="{FF2B5EF4-FFF2-40B4-BE49-F238E27FC236}">
                <a16:creationId xmlns:a16="http://schemas.microsoft.com/office/drawing/2014/main" id="{40A79EA9-7744-4C62-B620-4FB1FF7FF9CC}"/>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1">
                <a:solidFill>
                  <a:srgbClr val="00838D"/>
                </a:solidFill>
                <a:latin typeface="Aptos"/>
                <a:ea typeface="Aptos"/>
                <a:cs typeface="Aptos"/>
              </a:defRPr>
            </a:defPPr>
            <a:lvl1pPr>
              <a:defRPr sz="1200" b="1">
                <a:solidFill>
                  <a:srgbClr val="00838D"/>
                </a:solidFill>
                <a:latin typeface="Aptos"/>
                <a:ea typeface="Aptos"/>
                <a:cs typeface="Aptos"/>
              </a:defRPr>
            </a:lvl1pPr>
            <a:lvl2pPr>
              <a:defRPr sz="1200" b="1">
                <a:solidFill>
                  <a:srgbClr val="00838D"/>
                </a:solidFill>
                <a:latin typeface="Aptos"/>
                <a:ea typeface="Aptos"/>
                <a:cs typeface="Aptos"/>
              </a:defRPr>
            </a:lvl2pPr>
            <a:lvl3pPr>
              <a:defRPr sz="1200" b="1">
                <a:solidFill>
                  <a:srgbClr val="00838D"/>
                </a:solidFill>
                <a:latin typeface="Aptos"/>
                <a:ea typeface="Aptos"/>
                <a:cs typeface="Aptos"/>
              </a:defRPr>
            </a:lvl3pPr>
            <a:lvl4pPr>
              <a:defRPr sz="1200" b="1">
                <a:solidFill>
                  <a:srgbClr val="00838D"/>
                </a:solidFill>
                <a:latin typeface="Aptos"/>
                <a:ea typeface="Aptos"/>
                <a:cs typeface="Aptos"/>
              </a:defRPr>
            </a:lvl4pPr>
            <a:lvl5pPr>
              <a:defRPr sz="1200" b="1">
                <a:solidFill>
                  <a:srgbClr val="00838D"/>
                </a:solidFill>
                <a:latin typeface="Aptos"/>
                <a:ea typeface="Aptos"/>
                <a:cs typeface="Aptos"/>
              </a:defRPr>
            </a:lvl5pPr>
            <a:lvl6pPr>
              <a:defRPr sz="1200" b="1">
                <a:solidFill>
                  <a:srgbClr val="00838D"/>
                </a:solidFill>
                <a:latin typeface="Aptos"/>
                <a:ea typeface="Aptos"/>
                <a:cs typeface="Aptos"/>
              </a:defRPr>
            </a:lvl6pPr>
            <a:lvl7pPr>
              <a:defRPr sz="1200" b="1">
                <a:solidFill>
                  <a:srgbClr val="00838D"/>
                </a:solidFill>
                <a:latin typeface="Aptos"/>
                <a:ea typeface="Aptos"/>
                <a:cs typeface="Aptos"/>
              </a:defRPr>
            </a:lvl7pPr>
            <a:lvl8pPr>
              <a:defRPr sz="1200" b="1">
                <a:solidFill>
                  <a:srgbClr val="00838D"/>
                </a:solidFill>
                <a:latin typeface="Aptos"/>
                <a:ea typeface="Aptos"/>
                <a:cs typeface="Aptos"/>
              </a:defRPr>
            </a:lvl8pPr>
            <a:lvl9pPr>
              <a:defRPr sz="1200" b="1">
                <a:solidFill>
                  <a:srgbClr val="00838D"/>
                </a:solidFill>
                <a:latin typeface="Aptos"/>
                <a:ea typeface="Aptos"/>
                <a:cs typeface="Aptos"/>
              </a:defRPr>
            </a:lvl9pPr>
          </a:lstStyle>
          <a:p xmlns:a="http://schemas.openxmlformats.org/drawingml/2006/main">
            <a:pPr>
              <a:defRPr sz="1200" b="1">
                <a:solidFill>
                  <a:srgbClr val="00838D"/>
                </a:solidFill>
                <a:latin typeface="Aptos"/>
                <a:ea typeface="Aptos"/>
                <a:cs typeface="Aptos"/>
              </a:defRPr>
            </a:pPr>
            <a:r>
              <a:rPr sz="1200" b="1">
                <a:solidFill>
                  <a:srgbClr val="00838D"/>
                </a:solidFill>
                <a:latin typeface="Aptos"/>
                <a:ea typeface="Aptos"/>
                <a:cs typeface="Aptos"/>
              </a:rPr>
              <a:t>20</a:t>
            </a:r>
          </a:p>
        </p:txBody>
      </p:sp>
    </p:spTree>
    <p:extLst>
      <p:ext uri="{BB962C8B-B14F-4D97-AF65-F5344CB8AC3E}">
        <p14:creationId xmlns:p14="http://schemas.microsoft.com/office/powerpoint/2010/main" val="37541894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1E9F45-38C7-4012-B173-08C481B02B31}"/>
              </a:ext>
            </a:extLst>
          </p:cNvPr>
          <p:cNvPicPr>
            <a:picLocks xmlns:a="http://schemas.openxmlformats.org/drawingml/2006/main" noChangeAspect="1"/>
          </p:cNvPicPr>
          <p:nvPr/>
        </p:nvPicPr>
        <p:blipFill>
          <a:blip xmlns:r="http://schemas.openxmlformats.org/officeDocument/2006/relationships" xmlns:a="http://schemas.openxmlformats.org/drawingml/2006/main" r:embed="R855ec8ad46754abb"/>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sample-kicker">
            <a:extLst xmlns:a="http://schemas.openxmlformats.org/drawingml/2006/main">
              <a:ext uri="{FF2B5EF4-FFF2-40B4-BE49-F238E27FC236}">
                <a16:creationId xmlns:a16="http://schemas.microsoft.com/office/drawing/2014/main" id="{54F4C7C0-E8EF-437F-8179-3FD4183AC60F}"/>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E74714"/>
                </a:solidFill>
                <a:latin typeface="Aptos"/>
                <a:ea typeface="Aptos"/>
                <a:cs typeface="Aptos"/>
              </a:defRPr>
            </a:defPPr>
            <a:lvl1pPr>
              <a:defRPr sz="1350" b="1">
                <a:solidFill>
                  <a:srgbClr val="E74714"/>
                </a:solidFill>
                <a:latin typeface="Aptos"/>
                <a:ea typeface="Aptos"/>
                <a:cs typeface="Aptos"/>
              </a:defRPr>
            </a:lvl1pPr>
            <a:lvl2pPr>
              <a:defRPr sz="1350" b="1">
                <a:solidFill>
                  <a:srgbClr val="E74714"/>
                </a:solidFill>
                <a:latin typeface="Aptos"/>
                <a:ea typeface="Aptos"/>
                <a:cs typeface="Aptos"/>
              </a:defRPr>
            </a:lvl2pPr>
            <a:lvl3pPr>
              <a:defRPr sz="1350" b="1">
                <a:solidFill>
                  <a:srgbClr val="E74714"/>
                </a:solidFill>
                <a:latin typeface="Aptos"/>
                <a:ea typeface="Aptos"/>
                <a:cs typeface="Aptos"/>
              </a:defRPr>
            </a:lvl3pPr>
            <a:lvl4pPr>
              <a:defRPr sz="1350" b="1">
                <a:solidFill>
                  <a:srgbClr val="E74714"/>
                </a:solidFill>
                <a:latin typeface="Aptos"/>
                <a:ea typeface="Aptos"/>
                <a:cs typeface="Aptos"/>
              </a:defRPr>
            </a:lvl4pPr>
            <a:lvl5pPr>
              <a:defRPr sz="1350" b="1">
                <a:solidFill>
                  <a:srgbClr val="E74714"/>
                </a:solidFill>
                <a:latin typeface="Aptos"/>
                <a:ea typeface="Aptos"/>
                <a:cs typeface="Aptos"/>
              </a:defRPr>
            </a:lvl5pPr>
            <a:lvl6pPr>
              <a:defRPr sz="1350" b="1">
                <a:solidFill>
                  <a:srgbClr val="E74714"/>
                </a:solidFill>
                <a:latin typeface="Aptos"/>
                <a:ea typeface="Aptos"/>
                <a:cs typeface="Aptos"/>
              </a:defRPr>
            </a:lvl6pPr>
            <a:lvl7pPr>
              <a:defRPr sz="1350" b="1">
                <a:solidFill>
                  <a:srgbClr val="E74714"/>
                </a:solidFill>
                <a:latin typeface="Aptos"/>
                <a:ea typeface="Aptos"/>
                <a:cs typeface="Aptos"/>
              </a:defRPr>
            </a:lvl7pPr>
            <a:lvl8pPr>
              <a:defRPr sz="1350" b="1">
                <a:solidFill>
                  <a:srgbClr val="E74714"/>
                </a:solidFill>
                <a:latin typeface="Aptos"/>
                <a:ea typeface="Aptos"/>
                <a:cs typeface="Aptos"/>
              </a:defRPr>
            </a:lvl8pPr>
            <a:lvl9pPr>
              <a:defRPr sz="1350" b="1">
                <a:solidFill>
                  <a:srgbClr val="E74714"/>
                </a:solidFill>
                <a:latin typeface="Aptos"/>
                <a:ea typeface="Aptos"/>
                <a:cs typeface="Aptos"/>
              </a:defRPr>
            </a:lvl9pPr>
          </a:lstStyle>
          <a:p xmlns:a="http://schemas.openxmlformats.org/drawingml/2006/main">
            <a:pPr>
              <a:defRPr sz="1350" b="1">
                <a:solidFill>
                  <a:srgbClr val="E74714"/>
                </a:solidFill>
                <a:latin typeface="Aptos"/>
                <a:ea typeface="Aptos"/>
                <a:cs typeface="Aptos"/>
              </a:defRPr>
            </a:pPr>
            <a:r>
              <a:rPr sz="1350" b="1">
                <a:solidFill>
                  <a:srgbClr val="E74714"/>
                </a:solidFill>
                <a:latin typeface="Aptos"/>
                <a:ea typeface="Aptos"/>
                <a:cs typeface="Aptos"/>
              </a:rPr>
              <a:t>POLICY DRAFTING LAB     SAMPLE 2 OF 3</a:t>
            </a:r>
          </a:p>
        </p:txBody>
      </p:sp>
      <p:sp>
        <p:nvSpPr>
          <p:cNvPr id="4" name="sample-title">
            <a:extLst xmlns:a="http://schemas.openxmlformats.org/drawingml/2006/main">
              <a:ext uri="{FF2B5EF4-FFF2-40B4-BE49-F238E27FC236}">
                <a16:creationId xmlns:a16="http://schemas.microsoft.com/office/drawing/2014/main" id="{5CFD176D-6EEE-475E-BD04-3BAA041B8B44}"/>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1">
                <a:solidFill>
                  <a:srgbClr val="123F50"/>
                </a:solidFill>
                <a:latin typeface="Aptos"/>
                <a:ea typeface="Aptos"/>
                <a:cs typeface="Aptos"/>
              </a:defRPr>
            </a:defPPr>
            <a:lvl1pPr>
              <a:defRPr sz="3300" b="1">
                <a:solidFill>
                  <a:srgbClr val="123F50"/>
                </a:solidFill>
                <a:latin typeface="Aptos"/>
                <a:ea typeface="Aptos"/>
                <a:cs typeface="Aptos"/>
              </a:defRPr>
            </a:lvl1pPr>
            <a:lvl2pPr>
              <a:defRPr sz="3300" b="1">
                <a:solidFill>
                  <a:srgbClr val="123F50"/>
                </a:solidFill>
                <a:latin typeface="Aptos"/>
                <a:ea typeface="Aptos"/>
                <a:cs typeface="Aptos"/>
              </a:defRPr>
            </a:lvl2pPr>
            <a:lvl3pPr>
              <a:defRPr sz="3300" b="1">
                <a:solidFill>
                  <a:srgbClr val="123F50"/>
                </a:solidFill>
                <a:latin typeface="Aptos"/>
                <a:ea typeface="Aptos"/>
                <a:cs typeface="Aptos"/>
              </a:defRPr>
            </a:lvl3pPr>
            <a:lvl4pPr>
              <a:defRPr sz="3300" b="1">
                <a:solidFill>
                  <a:srgbClr val="123F50"/>
                </a:solidFill>
                <a:latin typeface="Aptos"/>
                <a:ea typeface="Aptos"/>
                <a:cs typeface="Aptos"/>
              </a:defRPr>
            </a:lvl4pPr>
            <a:lvl5pPr>
              <a:defRPr sz="3300" b="1">
                <a:solidFill>
                  <a:srgbClr val="123F50"/>
                </a:solidFill>
                <a:latin typeface="Aptos"/>
                <a:ea typeface="Aptos"/>
                <a:cs typeface="Aptos"/>
              </a:defRPr>
            </a:lvl5pPr>
            <a:lvl6pPr>
              <a:defRPr sz="3300" b="1">
                <a:solidFill>
                  <a:srgbClr val="123F50"/>
                </a:solidFill>
                <a:latin typeface="Aptos"/>
                <a:ea typeface="Aptos"/>
                <a:cs typeface="Aptos"/>
              </a:defRPr>
            </a:lvl6pPr>
            <a:lvl7pPr>
              <a:defRPr sz="3300" b="1">
                <a:solidFill>
                  <a:srgbClr val="123F50"/>
                </a:solidFill>
                <a:latin typeface="Aptos"/>
                <a:ea typeface="Aptos"/>
                <a:cs typeface="Aptos"/>
              </a:defRPr>
            </a:lvl7pPr>
            <a:lvl8pPr>
              <a:defRPr sz="3300" b="1">
                <a:solidFill>
                  <a:srgbClr val="123F50"/>
                </a:solidFill>
                <a:latin typeface="Aptos"/>
                <a:ea typeface="Aptos"/>
                <a:cs typeface="Aptos"/>
              </a:defRPr>
            </a:lvl8pPr>
            <a:lvl9pPr>
              <a:defRPr sz="3300" b="1">
                <a:solidFill>
                  <a:srgbClr val="123F50"/>
                </a:solidFill>
                <a:latin typeface="Aptos"/>
                <a:ea typeface="Aptos"/>
                <a:cs typeface="Aptos"/>
              </a:defRPr>
            </a:lvl9pPr>
          </a:lstStyle>
          <a:p xmlns:a="http://schemas.openxmlformats.org/drawingml/2006/main">
            <a:pPr>
              <a:defRPr sz="3300" b="1">
                <a:solidFill>
                  <a:srgbClr val="123F50"/>
                </a:solidFill>
                <a:latin typeface="Aptos"/>
                <a:ea typeface="Aptos"/>
                <a:cs typeface="Aptos"/>
              </a:defRPr>
            </a:pPr>
            <a:r>
              <a:rPr sz="3300" b="1">
                <a:solidFill>
                  <a:srgbClr val="123F50"/>
                </a:solidFill>
                <a:latin typeface="Aptos"/>
                <a:ea typeface="Aptos"/>
                <a:cs typeface="Aptos"/>
              </a:rPr>
              <a:t>Sample response: Reviewers</a:t>
            </a:r>
          </a:p>
        </p:txBody>
      </p:sp>
      <p:sp>
        <p:nvSpPr>
          <p:cNvPr id="5" name="sample-label">
            <a:extLst xmlns:a="http://schemas.openxmlformats.org/drawingml/2006/main">
              <a:ext uri="{FF2B5EF4-FFF2-40B4-BE49-F238E27FC236}">
                <a16:creationId xmlns:a16="http://schemas.microsoft.com/office/drawing/2014/main" id="{E363A0FD-BF5B-452D-A6F6-6D609788A87C}"/>
              </a:ext>
            </a:extLst>
          </p:cNvPr>
          <p:cNvSpPr>
            <a:spLocks xmlns:a="http://schemas.openxmlformats.org/drawingml/2006/main" noGrp="1"/>
          </p:cNvSpPr>
          <p:nvPr/>
        </p:nvSpPr>
        <p:spPr>
          <a:xfrm xmlns:a="http://schemas.openxmlformats.org/drawingml/2006/main">
            <a:off x="609600" y="1590675"/>
            <a:ext cx="5143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00838D"/>
                </a:solidFill>
                <a:latin typeface="Aptos"/>
                <a:ea typeface="Aptos"/>
                <a:cs typeface="Aptos"/>
              </a:defRPr>
            </a:defPPr>
            <a:lvl1pPr>
              <a:defRPr sz="1500" b="1">
                <a:solidFill>
                  <a:srgbClr val="00838D"/>
                </a:solidFill>
                <a:latin typeface="Aptos"/>
                <a:ea typeface="Aptos"/>
                <a:cs typeface="Aptos"/>
              </a:defRPr>
            </a:lvl1pPr>
            <a:lvl2pPr>
              <a:defRPr sz="1500" b="1">
                <a:solidFill>
                  <a:srgbClr val="00838D"/>
                </a:solidFill>
                <a:latin typeface="Aptos"/>
                <a:ea typeface="Aptos"/>
                <a:cs typeface="Aptos"/>
              </a:defRPr>
            </a:lvl2pPr>
            <a:lvl3pPr>
              <a:defRPr sz="1500" b="1">
                <a:solidFill>
                  <a:srgbClr val="00838D"/>
                </a:solidFill>
                <a:latin typeface="Aptos"/>
                <a:ea typeface="Aptos"/>
                <a:cs typeface="Aptos"/>
              </a:defRPr>
            </a:lvl3pPr>
            <a:lvl4pPr>
              <a:defRPr sz="1500" b="1">
                <a:solidFill>
                  <a:srgbClr val="00838D"/>
                </a:solidFill>
                <a:latin typeface="Aptos"/>
                <a:ea typeface="Aptos"/>
                <a:cs typeface="Aptos"/>
              </a:defRPr>
            </a:lvl4pPr>
            <a:lvl5pPr>
              <a:defRPr sz="1500" b="1">
                <a:solidFill>
                  <a:srgbClr val="00838D"/>
                </a:solidFill>
                <a:latin typeface="Aptos"/>
                <a:ea typeface="Aptos"/>
                <a:cs typeface="Aptos"/>
              </a:defRPr>
            </a:lvl5pPr>
            <a:lvl6pPr>
              <a:defRPr sz="1500" b="1">
                <a:solidFill>
                  <a:srgbClr val="00838D"/>
                </a:solidFill>
                <a:latin typeface="Aptos"/>
                <a:ea typeface="Aptos"/>
                <a:cs typeface="Aptos"/>
              </a:defRPr>
            </a:lvl6pPr>
            <a:lvl7pPr>
              <a:defRPr sz="1500" b="1">
                <a:solidFill>
                  <a:srgbClr val="00838D"/>
                </a:solidFill>
                <a:latin typeface="Aptos"/>
                <a:ea typeface="Aptos"/>
                <a:cs typeface="Aptos"/>
              </a:defRPr>
            </a:lvl7pPr>
            <a:lvl8pPr>
              <a:defRPr sz="1500" b="1">
                <a:solidFill>
                  <a:srgbClr val="00838D"/>
                </a:solidFill>
                <a:latin typeface="Aptos"/>
                <a:ea typeface="Aptos"/>
                <a:cs typeface="Aptos"/>
              </a:defRPr>
            </a:lvl8pPr>
            <a:lvl9pPr>
              <a:defRPr sz="1500" b="1">
                <a:solidFill>
                  <a:srgbClr val="00838D"/>
                </a:solidFill>
                <a:latin typeface="Aptos"/>
                <a:ea typeface="Aptos"/>
                <a:cs typeface="Aptos"/>
              </a:defRPr>
            </a:lvl9pPr>
          </a:lstStyle>
          <a:p xmlns:a="http://schemas.openxmlformats.org/drawingml/2006/main">
            <a:pPr>
              <a:defRPr sz="1500" b="1">
                <a:solidFill>
                  <a:srgbClr val="00838D"/>
                </a:solidFill>
                <a:latin typeface="Aptos"/>
                <a:ea typeface="Aptos"/>
                <a:cs typeface="Aptos"/>
              </a:defRPr>
            </a:pPr>
            <a:r>
              <a:rPr sz="1500" b="1">
                <a:solidFill>
                  <a:srgbClr val="00838D"/>
                </a:solidFill>
                <a:latin typeface="Aptos"/>
                <a:ea typeface="Aptos"/>
                <a:cs typeface="Aptos"/>
              </a:rPr>
              <a:t>SAMPLE RESPONSE</a:t>
            </a:r>
          </a:p>
        </p:txBody>
      </p:sp>
      <p:sp>
        <p:nvSpPr>
          <p:cNvPr id="6" name="explanation-label">
            <a:extLst xmlns:a="http://schemas.openxmlformats.org/drawingml/2006/main">
              <a:ext uri="{FF2B5EF4-FFF2-40B4-BE49-F238E27FC236}">
                <a16:creationId xmlns:a16="http://schemas.microsoft.com/office/drawing/2014/main" id="{B8FEC667-5ACA-4866-B3A7-46661E803CF1}"/>
              </a:ext>
            </a:extLst>
          </p:cNvPr>
          <p:cNvSpPr>
            <a:spLocks xmlns:a="http://schemas.openxmlformats.org/drawingml/2006/main" noGrp="1"/>
          </p:cNvSpPr>
          <p:nvPr/>
        </p:nvSpPr>
        <p:spPr>
          <a:xfrm xmlns:a="http://schemas.openxmlformats.org/drawingml/2006/main">
            <a:off x="6705600" y="1590675"/>
            <a:ext cx="485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00838D"/>
                </a:solidFill>
                <a:latin typeface="Aptos"/>
                <a:ea typeface="Aptos"/>
                <a:cs typeface="Aptos"/>
              </a:defRPr>
            </a:defPPr>
            <a:lvl1pPr>
              <a:defRPr sz="1500" b="1">
                <a:solidFill>
                  <a:srgbClr val="00838D"/>
                </a:solidFill>
                <a:latin typeface="Aptos"/>
                <a:ea typeface="Aptos"/>
                <a:cs typeface="Aptos"/>
              </a:defRPr>
            </a:lvl1pPr>
            <a:lvl2pPr>
              <a:defRPr sz="1500" b="1">
                <a:solidFill>
                  <a:srgbClr val="00838D"/>
                </a:solidFill>
                <a:latin typeface="Aptos"/>
                <a:ea typeface="Aptos"/>
                <a:cs typeface="Aptos"/>
              </a:defRPr>
            </a:lvl2pPr>
            <a:lvl3pPr>
              <a:defRPr sz="1500" b="1">
                <a:solidFill>
                  <a:srgbClr val="00838D"/>
                </a:solidFill>
                <a:latin typeface="Aptos"/>
                <a:ea typeface="Aptos"/>
                <a:cs typeface="Aptos"/>
              </a:defRPr>
            </a:lvl3pPr>
            <a:lvl4pPr>
              <a:defRPr sz="1500" b="1">
                <a:solidFill>
                  <a:srgbClr val="00838D"/>
                </a:solidFill>
                <a:latin typeface="Aptos"/>
                <a:ea typeface="Aptos"/>
                <a:cs typeface="Aptos"/>
              </a:defRPr>
            </a:lvl4pPr>
            <a:lvl5pPr>
              <a:defRPr sz="1500" b="1">
                <a:solidFill>
                  <a:srgbClr val="00838D"/>
                </a:solidFill>
                <a:latin typeface="Aptos"/>
                <a:ea typeface="Aptos"/>
                <a:cs typeface="Aptos"/>
              </a:defRPr>
            </a:lvl5pPr>
            <a:lvl6pPr>
              <a:defRPr sz="1500" b="1">
                <a:solidFill>
                  <a:srgbClr val="00838D"/>
                </a:solidFill>
                <a:latin typeface="Aptos"/>
                <a:ea typeface="Aptos"/>
                <a:cs typeface="Aptos"/>
              </a:defRPr>
            </a:lvl6pPr>
            <a:lvl7pPr>
              <a:defRPr sz="1500" b="1">
                <a:solidFill>
                  <a:srgbClr val="00838D"/>
                </a:solidFill>
                <a:latin typeface="Aptos"/>
                <a:ea typeface="Aptos"/>
                <a:cs typeface="Aptos"/>
              </a:defRPr>
            </a:lvl7pPr>
            <a:lvl8pPr>
              <a:defRPr sz="1500" b="1">
                <a:solidFill>
                  <a:srgbClr val="00838D"/>
                </a:solidFill>
                <a:latin typeface="Aptos"/>
                <a:ea typeface="Aptos"/>
                <a:cs typeface="Aptos"/>
              </a:defRPr>
            </a:lvl8pPr>
            <a:lvl9pPr>
              <a:defRPr sz="1500" b="1">
                <a:solidFill>
                  <a:srgbClr val="00838D"/>
                </a:solidFill>
                <a:latin typeface="Aptos"/>
                <a:ea typeface="Aptos"/>
                <a:cs typeface="Aptos"/>
              </a:defRPr>
            </a:lvl9pPr>
          </a:lstStyle>
          <a:p xmlns:a="http://schemas.openxmlformats.org/drawingml/2006/main">
            <a:pPr>
              <a:defRPr sz="1500" b="1">
                <a:solidFill>
                  <a:srgbClr val="00838D"/>
                </a:solidFill>
                <a:latin typeface="Aptos"/>
                <a:ea typeface="Aptos"/>
                <a:cs typeface="Aptos"/>
              </a:defRPr>
            </a:pPr>
            <a:r>
              <a:rPr sz="1500" b="1">
                <a:solidFill>
                  <a:srgbClr val="00838D"/>
                </a:solidFill>
                <a:latin typeface="Aptos"/>
                <a:ea typeface="Aptos"/>
                <a:cs typeface="Aptos"/>
              </a:rPr>
              <a:t>WHY IT WORKS</a:t>
            </a:r>
          </a:p>
        </p:txBody>
      </p:sp>
      <p:sp>
        <p:nvSpPr>
          <p:cNvPr id="7" name="sample-response">
            <a:extLst xmlns:a="http://schemas.openxmlformats.org/drawingml/2006/main">
              <a:ext uri="{FF2B5EF4-FFF2-40B4-BE49-F238E27FC236}">
                <a16:creationId xmlns:a16="http://schemas.microsoft.com/office/drawing/2014/main" id="{08E87499-1759-40BB-BF0E-6D397EDF0ED5}"/>
              </a:ext>
            </a:extLst>
          </p:cNvPr>
          <p:cNvSpPr>
            <a:spLocks xmlns:a="http://schemas.openxmlformats.org/drawingml/2006/main" noGrp="1"/>
          </p:cNvSpPr>
          <p:nvPr/>
        </p:nvSpPr>
        <p:spPr>
          <a:xfrm xmlns:a="http://schemas.openxmlformats.org/drawingml/2006/main">
            <a:off x="609600" y="2143125"/>
            <a:ext cx="528637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0">
                <a:solidFill>
                  <a:srgbClr val="123F50"/>
                </a:solidFill>
                <a:latin typeface="Aptos"/>
                <a:ea typeface="Aptos"/>
                <a:cs typeface="Aptos"/>
              </a:defRPr>
            </a:defPPr>
            <a:lvl1pPr>
              <a:defRPr sz="2250" b="0">
                <a:solidFill>
                  <a:srgbClr val="123F50"/>
                </a:solidFill>
                <a:latin typeface="Aptos"/>
                <a:ea typeface="Aptos"/>
                <a:cs typeface="Aptos"/>
              </a:defRPr>
            </a:lvl1pPr>
            <a:lvl2pPr>
              <a:defRPr sz="2250" b="0">
                <a:solidFill>
                  <a:srgbClr val="123F50"/>
                </a:solidFill>
                <a:latin typeface="Aptos"/>
                <a:ea typeface="Aptos"/>
                <a:cs typeface="Aptos"/>
              </a:defRPr>
            </a:lvl2pPr>
            <a:lvl3pPr>
              <a:defRPr sz="2250" b="0">
                <a:solidFill>
                  <a:srgbClr val="123F50"/>
                </a:solidFill>
                <a:latin typeface="Aptos"/>
                <a:ea typeface="Aptos"/>
                <a:cs typeface="Aptos"/>
              </a:defRPr>
            </a:lvl3pPr>
            <a:lvl4pPr>
              <a:defRPr sz="2250" b="0">
                <a:solidFill>
                  <a:srgbClr val="123F50"/>
                </a:solidFill>
                <a:latin typeface="Aptos"/>
                <a:ea typeface="Aptos"/>
                <a:cs typeface="Aptos"/>
              </a:defRPr>
            </a:lvl4pPr>
            <a:lvl5pPr>
              <a:defRPr sz="2250" b="0">
                <a:solidFill>
                  <a:srgbClr val="123F50"/>
                </a:solidFill>
                <a:latin typeface="Aptos"/>
                <a:ea typeface="Aptos"/>
                <a:cs typeface="Aptos"/>
              </a:defRPr>
            </a:lvl5pPr>
            <a:lvl6pPr>
              <a:defRPr sz="2250" b="0">
                <a:solidFill>
                  <a:srgbClr val="123F50"/>
                </a:solidFill>
                <a:latin typeface="Aptos"/>
                <a:ea typeface="Aptos"/>
                <a:cs typeface="Aptos"/>
              </a:defRPr>
            </a:lvl6pPr>
            <a:lvl7pPr>
              <a:defRPr sz="2250" b="0">
                <a:solidFill>
                  <a:srgbClr val="123F50"/>
                </a:solidFill>
                <a:latin typeface="Aptos"/>
                <a:ea typeface="Aptos"/>
                <a:cs typeface="Aptos"/>
              </a:defRPr>
            </a:lvl7pPr>
            <a:lvl8pPr>
              <a:defRPr sz="2250" b="0">
                <a:solidFill>
                  <a:srgbClr val="123F50"/>
                </a:solidFill>
                <a:latin typeface="Aptos"/>
                <a:ea typeface="Aptos"/>
                <a:cs typeface="Aptos"/>
              </a:defRPr>
            </a:lvl8pPr>
            <a:lvl9pPr>
              <a:defRPr sz="2250" b="0">
                <a:solidFill>
                  <a:srgbClr val="123F50"/>
                </a:solidFill>
                <a:latin typeface="Aptos"/>
                <a:ea typeface="Aptos"/>
                <a:cs typeface="Aptos"/>
              </a:defRPr>
            </a:lvl9pPr>
          </a:lstStyle>
          <a:p xmlns:a="http://schemas.openxmlformats.org/drawingml/2006/main">
            <a:pPr>
              <a:defRPr sz="2250" b="0">
                <a:solidFill>
                  <a:srgbClr val="123F50"/>
                </a:solidFill>
                <a:latin typeface="Aptos"/>
                <a:ea typeface="Aptos"/>
                <a:cs typeface="Aptos"/>
              </a:defRPr>
            </a:pPr>
            <a:r>
              <a:rPr sz="2250" b="0">
                <a:solidFill>
                  <a:srgbClr val="123F50"/>
                </a:solidFill>
                <a:latin typeface="Aptos"/>
                <a:ea typeface="Aptos"/>
                <a:cs typeface="Aptos"/>
              </a:rPr>
              <a:t>Use only the approved service for evidence extraction, and the assigned reviewer must verify each quote and source before the committee acts.</a:t>
            </a:r>
          </a:p>
        </p:txBody>
      </p:sp>
      <p:sp>
        <p:nvSpPr>
          <p:cNvPr id="8" name="explanation-bullets">
            <a:extLst xmlns:a="http://schemas.openxmlformats.org/drawingml/2006/main">
              <a:ext uri="{FF2B5EF4-FFF2-40B4-BE49-F238E27FC236}">
                <a16:creationId xmlns:a16="http://schemas.microsoft.com/office/drawing/2014/main" id="{41981F78-8A0D-4FB1-9B46-759FA4C258E6}"/>
              </a:ext>
            </a:extLst>
          </p:cNvPr>
          <p:cNvSpPr>
            <a:spLocks xmlns:a="http://schemas.openxmlformats.org/drawingml/2006/main" noGrp="1"/>
          </p:cNvSpPr>
          <p:nvPr/>
        </p:nvSpPr>
        <p:spPr>
          <a:xfrm xmlns:a="http://schemas.openxmlformats.org/drawingml/2006/main">
            <a:off x="6705600" y="2143125"/>
            <a:ext cx="4810125"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23F50"/>
                </a:solidFill>
                <a:latin typeface="Aptos"/>
                <a:ea typeface="Aptos"/>
                <a:cs typeface="Aptos"/>
              </a:defRPr>
            </a:defPPr>
            <a:lvl1pPr>
              <a:defRPr sz="1950" b="0">
                <a:solidFill>
                  <a:srgbClr val="123F50"/>
                </a:solidFill>
                <a:latin typeface="Aptos"/>
                <a:ea typeface="Aptos"/>
                <a:cs typeface="Aptos"/>
              </a:defRPr>
            </a:lvl1pPr>
            <a:lvl2pPr>
              <a:defRPr sz="1950" b="0">
                <a:solidFill>
                  <a:srgbClr val="123F50"/>
                </a:solidFill>
                <a:latin typeface="Aptos"/>
                <a:ea typeface="Aptos"/>
                <a:cs typeface="Aptos"/>
              </a:defRPr>
            </a:lvl2pPr>
            <a:lvl3pPr>
              <a:defRPr sz="1950" b="0">
                <a:solidFill>
                  <a:srgbClr val="123F50"/>
                </a:solidFill>
                <a:latin typeface="Aptos"/>
                <a:ea typeface="Aptos"/>
                <a:cs typeface="Aptos"/>
              </a:defRPr>
            </a:lvl3pPr>
            <a:lvl4pPr>
              <a:defRPr sz="1950" b="0">
                <a:solidFill>
                  <a:srgbClr val="123F50"/>
                </a:solidFill>
                <a:latin typeface="Aptos"/>
                <a:ea typeface="Aptos"/>
                <a:cs typeface="Aptos"/>
              </a:defRPr>
            </a:lvl4pPr>
            <a:lvl5pPr>
              <a:defRPr sz="1950" b="0">
                <a:solidFill>
                  <a:srgbClr val="123F50"/>
                </a:solidFill>
                <a:latin typeface="Aptos"/>
                <a:ea typeface="Aptos"/>
                <a:cs typeface="Aptos"/>
              </a:defRPr>
            </a:lvl5pPr>
            <a:lvl6pPr>
              <a:defRPr sz="1950" b="0">
                <a:solidFill>
                  <a:srgbClr val="123F50"/>
                </a:solidFill>
                <a:latin typeface="Aptos"/>
                <a:ea typeface="Aptos"/>
                <a:cs typeface="Aptos"/>
              </a:defRPr>
            </a:lvl6pPr>
            <a:lvl7pPr>
              <a:defRPr sz="1950" b="0">
                <a:solidFill>
                  <a:srgbClr val="123F50"/>
                </a:solidFill>
                <a:latin typeface="Aptos"/>
                <a:ea typeface="Aptos"/>
                <a:cs typeface="Aptos"/>
              </a:defRPr>
            </a:lvl7pPr>
            <a:lvl8pPr>
              <a:defRPr sz="1950" b="0">
                <a:solidFill>
                  <a:srgbClr val="123F50"/>
                </a:solidFill>
                <a:latin typeface="Aptos"/>
                <a:ea typeface="Aptos"/>
                <a:cs typeface="Aptos"/>
              </a:defRPr>
            </a:lvl8pPr>
            <a:lvl9pPr>
              <a:defRPr sz="1950" b="0">
                <a:solidFill>
                  <a:srgbClr val="123F50"/>
                </a:solidFill>
                <a:latin typeface="Aptos"/>
                <a:ea typeface="Aptos"/>
                <a:cs typeface="Aptos"/>
              </a:defRPr>
            </a:lvl9pPr>
          </a:lstStyle>
          <a:p xmlns:a="http://schemas.openxmlformats.org/drawingml/2006/main">
            <a:pPr marL="20" indent="-18">
              <a:spcAft>
                <a:spcPts val="22"/>
              </a:spcAft>
              <a:buChar char="•"/>
              <a:defRPr sz="1950" b="0">
                <a:solidFill>
                  <a:srgbClr val="123F50"/>
                </a:solidFill>
                <a:latin typeface="Aptos"/>
                <a:ea typeface="Aptos"/>
                <a:cs typeface="Aptos"/>
              </a:defRPr>
            </a:pPr>
            <a:r>
              <a:t>Approved use: Limits the task to evidence extraction in an approved service.</a:t>
            </a:r>
          </a:p>
          <a:p xmlns:a="http://schemas.openxmlformats.org/drawingml/2006/main">
            <a:pPr marL="20" indent="-18">
              <a:spcAft>
                <a:spcPts val="22"/>
              </a:spcAft>
              <a:buChar char="•"/>
              <a:defRPr sz="1950" b="0">
                <a:solidFill>
                  <a:srgbClr val="123F50"/>
                </a:solidFill>
                <a:latin typeface="Aptos"/>
                <a:ea typeface="Aptos"/>
                <a:cs typeface="Aptos"/>
              </a:defRPr>
            </a:pPr>
            <a:r>
              <a:t>Evidence check: Requires verification of each quote and its source.</a:t>
            </a:r>
          </a:p>
          <a:p xmlns:a="http://schemas.openxmlformats.org/drawingml/2006/main">
            <a:pPr marL="20" indent="-18">
              <a:spcAft>
                <a:spcPts val="22"/>
              </a:spcAft>
              <a:buChar char="•"/>
              <a:defRPr sz="1950" b="0">
                <a:solidFill>
                  <a:srgbClr val="123F50"/>
                </a:solidFill>
                <a:latin typeface="Aptos"/>
                <a:ea typeface="Aptos"/>
                <a:cs typeface="Aptos"/>
              </a:defRPr>
            </a:pPr>
            <a:r>
              <a:t>Accountability: Names the assigned reviewer and sets the check before committee action.</a:t>
            </a:r>
          </a:p>
        </p:txBody>
      </p:sp>
      <p:sp>
        <p:nvSpPr>
          <p:cNvPr id="9" name="local-adaptation">
            <a:extLst xmlns:a="http://schemas.openxmlformats.org/drawingml/2006/main">
              <a:ext uri="{FF2B5EF4-FFF2-40B4-BE49-F238E27FC236}">
                <a16:creationId xmlns:a16="http://schemas.microsoft.com/office/drawing/2014/main" id="{83B85A1A-F768-4A18-8B0A-E1FE3A325CBA}"/>
              </a:ext>
            </a:extLst>
          </p:cNvPr>
          <p:cNvSpPr>
            <a:spLocks xmlns:a="http://schemas.openxmlformats.org/drawingml/2006/main" noGrp="1"/>
          </p:cNvSpPr>
          <p:nvPr/>
        </p:nvSpPr>
        <p:spPr>
          <a:xfrm xmlns:a="http://schemas.openxmlformats.org/drawingml/2006/main">
            <a:off x="609600" y="5438775"/>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486875"/>
                </a:solidFill>
                <a:latin typeface="Aptos"/>
                <a:ea typeface="Aptos"/>
                <a:cs typeface="Aptos"/>
              </a:defRPr>
            </a:defPPr>
            <a:lvl1pPr>
              <a:defRPr sz="1650" b="0">
                <a:solidFill>
                  <a:srgbClr val="486875"/>
                </a:solidFill>
                <a:latin typeface="Aptos"/>
                <a:ea typeface="Aptos"/>
                <a:cs typeface="Aptos"/>
              </a:defRPr>
            </a:lvl1pPr>
            <a:lvl2pPr>
              <a:defRPr sz="1650" b="0">
                <a:solidFill>
                  <a:srgbClr val="486875"/>
                </a:solidFill>
                <a:latin typeface="Aptos"/>
                <a:ea typeface="Aptos"/>
                <a:cs typeface="Aptos"/>
              </a:defRPr>
            </a:lvl2pPr>
            <a:lvl3pPr>
              <a:defRPr sz="1650" b="0">
                <a:solidFill>
                  <a:srgbClr val="486875"/>
                </a:solidFill>
                <a:latin typeface="Aptos"/>
                <a:ea typeface="Aptos"/>
                <a:cs typeface="Aptos"/>
              </a:defRPr>
            </a:lvl3pPr>
            <a:lvl4pPr>
              <a:defRPr sz="1650" b="0">
                <a:solidFill>
                  <a:srgbClr val="486875"/>
                </a:solidFill>
                <a:latin typeface="Aptos"/>
                <a:ea typeface="Aptos"/>
                <a:cs typeface="Aptos"/>
              </a:defRPr>
            </a:lvl4pPr>
            <a:lvl5pPr>
              <a:defRPr sz="1650" b="0">
                <a:solidFill>
                  <a:srgbClr val="486875"/>
                </a:solidFill>
                <a:latin typeface="Aptos"/>
                <a:ea typeface="Aptos"/>
                <a:cs typeface="Aptos"/>
              </a:defRPr>
            </a:lvl5pPr>
            <a:lvl6pPr>
              <a:defRPr sz="1650" b="0">
                <a:solidFill>
                  <a:srgbClr val="486875"/>
                </a:solidFill>
                <a:latin typeface="Aptos"/>
                <a:ea typeface="Aptos"/>
                <a:cs typeface="Aptos"/>
              </a:defRPr>
            </a:lvl6pPr>
            <a:lvl7pPr>
              <a:defRPr sz="1650" b="0">
                <a:solidFill>
                  <a:srgbClr val="486875"/>
                </a:solidFill>
                <a:latin typeface="Aptos"/>
                <a:ea typeface="Aptos"/>
                <a:cs typeface="Aptos"/>
              </a:defRPr>
            </a:lvl7pPr>
            <a:lvl8pPr>
              <a:defRPr sz="1650" b="0">
                <a:solidFill>
                  <a:srgbClr val="486875"/>
                </a:solidFill>
                <a:latin typeface="Aptos"/>
                <a:ea typeface="Aptos"/>
                <a:cs typeface="Aptos"/>
              </a:defRPr>
            </a:lvl8pPr>
            <a:lvl9pPr>
              <a:defRPr sz="1650" b="0">
                <a:solidFill>
                  <a:srgbClr val="486875"/>
                </a:solidFill>
                <a:latin typeface="Aptos"/>
                <a:ea typeface="Aptos"/>
                <a:cs typeface="Aptos"/>
              </a:defRPr>
            </a:lvl9pPr>
          </a:lstStyle>
          <a:p xmlns:a="http://schemas.openxmlformats.org/drawingml/2006/main">
            <a:pPr>
              <a:defRPr sz="1650" b="0">
                <a:solidFill>
                  <a:srgbClr val="486875"/>
                </a:solidFill>
                <a:latin typeface="Aptos"/>
                <a:ea typeface="Aptos"/>
                <a:cs typeface="Aptos"/>
              </a:defRPr>
            </a:pPr>
            <a:r>
              <a:rPr sz="1650" b="0">
                <a:solidFill>
                  <a:srgbClr val="486875"/>
                </a:solidFill>
                <a:latin typeface="Aptos"/>
                <a:ea typeface="Aptos"/>
                <a:cs typeface="Aptos"/>
              </a:rPr>
              <a:t>Local choice: Name the approved service and assign the reviewer.</a:t>
            </a:r>
          </a:p>
        </p:txBody>
      </p:sp>
      <p:sp>
        <p:nvSpPr>
          <p:cNvPr id="10" name="slide-number">
            <a:extLst xmlns:a="http://schemas.openxmlformats.org/drawingml/2006/main">
              <a:ext uri="{FF2B5EF4-FFF2-40B4-BE49-F238E27FC236}">
                <a16:creationId xmlns:a16="http://schemas.microsoft.com/office/drawing/2014/main" id="{23756E34-6E88-4257-B7A3-9EE25FBA8C9C}"/>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1">
                <a:solidFill>
                  <a:srgbClr val="00838D"/>
                </a:solidFill>
                <a:latin typeface="Aptos"/>
                <a:ea typeface="Aptos"/>
                <a:cs typeface="Aptos"/>
              </a:defRPr>
            </a:defPPr>
            <a:lvl1pPr>
              <a:defRPr sz="1200" b="1">
                <a:solidFill>
                  <a:srgbClr val="00838D"/>
                </a:solidFill>
                <a:latin typeface="Aptos"/>
                <a:ea typeface="Aptos"/>
                <a:cs typeface="Aptos"/>
              </a:defRPr>
            </a:lvl1pPr>
            <a:lvl2pPr>
              <a:defRPr sz="1200" b="1">
                <a:solidFill>
                  <a:srgbClr val="00838D"/>
                </a:solidFill>
                <a:latin typeface="Aptos"/>
                <a:ea typeface="Aptos"/>
                <a:cs typeface="Aptos"/>
              </a:defRPr>
            </a:lvl2pPr>
            <a:lvl3pPr>
              <a:defRPr sz="1200" b="1">
                <a:solidFill>
                  <a:srgbClr val="00838D"/>
                </a:solidFill>
                <a:latin typeface="Aptos"/>
                <a:ea typeface="Aptos"/>
                <a:cs typeface="Aptos"/>
              </a:defRPr>
            </a:lvl3pPr>
            <a:lvl4pPr>
              <a:defRPr sz="1200" b="1">
                <a:solidFill>
                  <a:srgbClr val="00838D"/>
                </a:solidFill>
                <a:latin typeface="Aptos"/>
                <a:ea typeface="Aptos"/>
                <a:cs typeface="Aptos"/>
              </a:defRPr>
            </a:lvl4pPr>
            <a:lvl5pPr>
              <a:defRPr sz="1200" b="1">
                <a:solidFill>
                  <a:srgbClr val="00838D"/>
                </a:solidFill>
                <a:latin typeface="Aptos"/>
                <a:ea typeface="Aptos"/>
                <a:cs typeface="Aptos"/>
              </a:defRPr>
            </a:lvl5pPr>
            <a:lvl6pPr>
              <a:defRPr sz="1200" b="1">
                <a:solidFill>
                  <a:srgbClr val="00838D"/>
                </a:solidFill>
                <a:latin typeface="Aptos"/>
                <a:ea typeface="Aptos"/>
                <a:cs typeface="Aptos"/>
              </a:defRPr>
            </a:lvl6pPr>
            <a:lvl7pPr>
              <a:defRPr sz="1200" b="1">
                <a:solidFill>
                  <a:srgbClr val="00838D"/>
                </a:solidFill>
                <a:latin typeface="Aptos"/>
                <a:ea typeface="Aptos"/>
                <a:cs typeface="Aptos"/>
              </a:defRPr>
            </a:lvl7pPr>
            <a:lvl8pPr>
              <a:defRPr sz="1200" b="1">
                <a:solidFill>
                  <a:srgbClr val="00838D"/>
                </a:solidFill>
                <a:latin typeface="Aptos"/>
                <a:ea typeface="Aptos"/>
                <a:cs typeface="Aptos"/>
              </a:defRPr>
            </a:lvl8pPr>
            <a:lvl9pPr>
              <a:defRPr sz="1200" b="1">
                <a:solidFill>
                  <a:srgbClr val="00838D"/>
                </a:solidFill>
                <a:latin typeface="Aptos"/>
                <a:ea typeface="Aptos"/>
                <a:cs typeface="Aptos"/>
              </a:defRPr>
            </a:lvl9pPr>
          </a:lstStyle>
          <a:p xmlns:a="http://schemas.openxmlformats.org/drawingml/2006/main">
            <a:pPr>
              <a:defRPr sz="1200" b="1">
                <a:solidFill>
                  <a:srgbClr val="00838D"/>
                </a:solidFill>
                <a:latin typeface="Aptos"/>
                <a:ea typeface="Aptos"/>
                <a:cs typeface="Aptos"/>
              </a:defRPr>
            </a:pPr>
            <a:r>
              <a:rPr sz="1200" b="1">
                <a:solidFill>
                  <a:srgbClr val="00838D"/>
                </a:solidFill>
                <a:latin typeface="Aptos"/>
                <a:ea typeface="Aptos"/>
                <a:cs typeface="Aptos"/>
              </a:rPr>
              <a:t>21</a:t>
            </a:r>
          </a:p>
        </p:txBody>
      </p:sp>
    </p:spTree>
    <p:extLst>
      <p:ext uri="{BB962C8B-B14F-4D97-AF65-F5344CB8AC3E}">
        <p14:creationId xmlns:p14="http://schemas.microsoft.com/office/powerpoint/2010/main" val="37541894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1E9F45-38C7-4012-B173-08C481B02B31}"/>
              </a:ext>
            </a:extLst>
          </p:cNvPr>
          <p:cNvPicPr>
            <a:picLocks xmlns:a="http://schemas.openxmlformats.org/drawingml/2006/main" noChangeAspect="1"/>
          </p:cNvPicPr>
          <p:nvPr/>
        </p:nvPicPr>
        <p:blipFill>
          <a:blip xmlns:r="http://schemas.openxmlformats.org/officeDocument/2006/relationships" xmlns:a="http://schemas.openxmlformats.org/drawingml/2006/main" r:embed="R4a6bb4759c3e4c4f"/>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sample-kicker">
            <a:extLst xmlns:a="http://schemas.openxmlformats.org/drawingml/2006/main">
              <a:ext uri="{FF2B5EF4-FFF2-40B4-BE49-F238E27FC236}">
                <a16:creationId xmlns:a16="http://schemas.microsoft.com/office/drawing/2014/main" id="{7FA3704E-4BCF-4189-9528-2CC33FED3FC7}"/>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E74714"/>
                </a:solidFill>
                <a:latin typeface="Aptos"/>
                <a:ea typeface="Aptos"/>
                <a:cs typeface="Aptos"/>
              </a:defRPr>
            </a:defPPr>
            <a:lvl1pPr>
              <a:defRPr sz="1350" b="1">
                <a:solidFill>
                  <a:srgbClr val="E74714"/>
                </a:solidFill>
                <a:latin typeface="Aptos"/>
                <a:ea typeface="Aptos"/>
                <a:cs typeface="Aptos"/>
              </a:defRPr>
            </a:lvl1pPr>
            <a:lvl2pPr>
              <a:defRPr sz="1350" b="1">
                <a:solidFill>
                  <a:srgbClr val="E74714"/>
                </a:solidFill>
                <a:latin typeface="Aptos"/>
                <a:ea typeface="Aptos"/>
                <a:cs typeface="Aptos"/>
              </a:defRPr>
            </a:lvl2pPr>
            <a:lvl3pPr>
              <a:defRPr sz="1350" b="1">
                <a:solidFill>
                  <a:srgbClr val="E74714"/>
                </a:solidFill>
                <a:latin typeface="Aptos"/>
                <a:ea typeface="Aptos"/>
                <a:cs typeface="Aptos"/>
              </a:defRPr>
            </a:lvl3pPr>
            <a:lvl4pPr>
              <a:defRPr sz="1350" b="1">
                <a:solidFill>
                  <a:srgbClr val="E74714"/>
                </a:solidFill>
                <a:latin typeface="Aptos"/>
                <a:ea typeface="Aptos"/>
                <a:cs typeface="Aptos"/>
              </a:defRPr>
            </a:lvl4pPr>
            <a:lvl5pPr>
              <a:defRPr sz="1350" b="1">
                <a:solidFill>
                  <a:srgbClr val="E74714"/>
                </a:solidFill>
                <a:latin typeface="Aptos"/>
                <a:ea typeface="Aptos"/>
                <a:cs typeface="Aptos"/>
              </a:defRPr>
            </a:lvl5pPr>
            <a:lvl6pPr>
              <a:defRPr sz="1350" b="1">
                <a:solidFill>
                  <a:srgbClr val="E74714"/>
                </a:solidFill>
                <a:latin typeface="Aptos"/>
                <a:ea typeface="Aptos"/>
                <a:cs typeface="Aptos"/>
              </a:defRPr>
            </a:lvl6pPr>
            <a:lvl7pPr>
              <a:defRPr sz="1350" b="1">
                <a:solidFill>
                  <a:srgbClr val="E74714"/>
                </a:solidFill>
                <a:latin typeface="Aptos"/>
                <a:ea typeface="Aptos"/>
                <a:cs typeface="Aptos"/>
              </a:defRPr>
            </a:lvl7pPr>
            <a:lvl8pPr>
              <a:defRPr sz="1350" b="1">
                <a:solidFill>
                  <a:srgbClr val="E74714"/>
                </a:solidFill>
                <a:latin typeface="Aptos"/>
                <a:ea typeface="Aptos"/>
                <a:cs typeface="Aptos"/>
              </a:defRPr>
            </a:lvl8pPr>
            <a:lvl9pPr>
              <a:defRPr sz="1350" b="1">
                <a:solidFill>
                  <a:srgbClr val="E74714"/>
                </a:solidFill>
                <a:latin typeface="Aptos"/>
                <a:ea typeface="Aptos"/>
                <a:cs typeface="Aptos"/>
              </a:defRPr>
            </a:lvl9pPr>
          </a:lstStyle>
          <a:p xmlns:a="http://schemas.openxmlformats.org/drawingml/2006/main">
            <a:pPr>
              <a:defRPr sz="1350" b="1">
                <a:solidFill>
                  <a:srgbClr val="E74714"/>
                </a:solidFill>
                <a:latin typeface="Aptos"/>
                <a:ea typeface="Aptos"/>
                <a:cs typeface="Aptos"/>
              </a:defRPr>
            </a:pPr>
            <a:r>
              <a:rPr sz="1350" b="1">
                <a:solidFill>
                  <a:srgbClr val="E74714"/>
                </a:solidFill>
                <a:latin typeface="Aptos"/>
                <a:ea typeface="Aptos"/>
                <a:cs typeface="Aptos"/>
              </a:rPr>
              <a:t>POLICY DRAFTING LAB     SAMPLE 3 OF 3</a:t>
            </a:r>
          </a:p>
        </p:txBody>
      </p:sp>
      <p:sp>
        <p:nvSpPr>
          <p:cNvPr id="4" name="sample-title">
            <a:extLst xmlns:a="http://schemas.openxmlformats.org/drawingml/2006/main">
              <a:ext uri="{FF2B5EF4-FFF2-40B4-BE49-F238E27FC236}">
                <a16:creationId xmlns:a16="http://schemas.microsoft.com/office/drawing/2014/main" id="{921B6AF0-6E10-4989-8B67-24EA63242924}"/>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1">
                <a:solidFill>
                  <a:srgbClr val="123F50"/>
                </a:solidFill>
                <a:latin typeface="Aptos"/>
                <a:ea typeface="Aptos"/>
                <a:cs typeface="Aptos"/>
              </a:defRPr>
            </a:defPPr>
            <a:lvl1pPr>
              <a:defRPr sz="3300" b="1">
                <a:solidFill>
                  <a:srgbClr val="123F50"/>
                </a:solidFill>
                <a:latin typeface="Aptos"/>
                <a:ea typeface="Aptos"/>
                <a:cs typeface="Aptos"/>
              </a:defRPr>
            </a:lvl1pPr>
            <a:lvl2pPr>
              <a:defRPr sz="3300" b="1">
                <a:solidFill>
                  <a:srgbClr val="123F50"/>
                </a:solidFill>
                <a:latin typeface="Aptos"/>
                <a:ea typeface="Aptos"/>
                <a:cs typeface="Aptos"/>
              </a:defRPr>
            </a:lvl2pPr>
            <a:lvl3pPr>
              <a:defRPr sz="3300" b="1">
                <a:solidFill>
                  <a:srgbClr val="123F50"/>
                </a:solidFill>
                <a:latin typeface="Aptos"/>
                <a:ea typeface="Aptos"/>
                <a:cs typeface="Aptos"/>
              </a:defRPr>
            </a:lvl3pPr>
            <a:lvl4pPr>
              <a:defRPr sz="3300" b="1">
                <a:solidFill>
                  <a:srgbClr val="123F50"/>
                </a:solidFill>
                <a:latin typeface="Aptos"/>
                <a:ea typeface="Aptos"/>
                <a:cs typeface="Aptos"/>
              </a:defRPr>
            </a:lvl4pPr>
            <a:lvl5pPr>
              <a:defRPr sz="3300" b="1">
                <a:solidFill>
                  <a:srgbClr val="123F50"/>
                </a:solidFill>
                <a:latin typeface="Aptos"/>
                <a:ea typeface="Aptos"/>
                <a:cs typeface="Aptos"/>
              </a:defRPr>
            </a:lvl5pPr>
            <a:lvl6pPr>
              <a:defRPr sz="3300" b="1">
                <a:solidFill>
                  <a:srgbClr val="123F50"/>
                </a:solidFill>
                <a:latin typeface="Aptos"/>
                <a:ea typeface="Aptos"/>
                <a:cs typeface="Aptos"/>
              </a:defRPr>
            </a:lvl6pPr>
            <a:lvl7pPr>
              <a:defRPr sz="3300" b="1">
                <a:solidFill>
                  <a:srgbClr val="123F50"/>
                </a:solidFill>
                <a:latin typeface="Aptos"/>
                <a:ea typeface="Aptos"/>
                <a:cs typeface="Aptos"/>
              </a:defRPr>
            </a:lvl7pPr>
            <a:lvl8pPr>
              <a:defRPr sz="3300" b="1">
                <a:solidFill>
                  <a:srgbClr val="123F50"/>
                </a:solidFill>
                <a:latin typeface="Aptos"/>
                <a:ea typeface="Aptos"/>
                <a:cs typeface="Aptos"/>
              </a:defRPr>
            </a:lvl8pPr>
            <a:lvl9pPr>
              <a:defRPr sz="3300" b="1">
                <a:solidFill>
                  <a:srgbClr val="123F50"/>
                </a:solidFill>
                <a:latin typeface="Aptos"/>
                <a:ea typeface="Aptos"/>
                <a:cs typeface="Aptos"/>
              </a:defRPr>
            </a:lvl9pPr>
          </a:lstStyle>
          <a:p xmlns:a="http://schemas.openxmlformats.org/drawingml/2006/main">
            <a:pPr>
              <a:defRPr sz="3300" b="1">
                <a:solidFill>
                  <a:srgbClr val="123F50"/>
                </a:solidFill>
                <a:latin typeface="Aptos"/>
                <a:ea typeface="Aptos"/>
                <a:cs typeface="Aptos"/>
              </a:defRPr>
            </a:pPr>
            <a:r>
              <a:rPr sz="3300" b="1">
                <a:solidFill>
                  <a:srgbClr val="123F50"/>
                </a:solidFill>
                <a:latin typeface="Aptos"/>
                <a:ea typeface="Aptos"/>
                <a:cs typeface="Aptos"/>
              </a:rPr>
              <a:t>Sample response: Concerns</a:t>
            </a:r>
          </a:p>
        </p:txBody>
      </p:sp>
      <p:sp>
        <p:nvSpPr>
          <p:cNvPr id="5" name="sample-label">
            <a:extLst xmlns:a="http://schemas.openxmlformats.org/drawingml/2006/main">
              <a:ext uri="{FF2B5EF4-FFF2-40B4-BE49-F238E27FC236}">
                <a16:creationId xmlns:a16="http://schemas.microsoft.com/office/drawing/2014/main" id="{7E4EAA76-0163-49C9-A254-04DAF23B794D}"/>
              </a:ext>
            </a:extLst>
          </p:cNvPr>
          <p:cNvSpPr>
            <a:spLocks xmlns:a="http://schemas.openxmlformats.org/drawingml/2006/main" noGrp="1"/>
          </p:cNvSpPr>
          <p:nvPr/>
        </p:nvSpPr>
        <p:spPr>
          <a:xfrm xmlns:a="http://schemas.openxmlformats.org/drawingml/2006/main">
            <a:off x="609600" y="1590675"/>
            <a:ext cx="5143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00838D"/>
                </a:solidFill>
                <a:latin typeface="Aptos"/>
                <a:ea typeface="Aptos"/>
                <a:cs typeface="Aptos"/>
              </a:defRPr>
            </a:defPPr>
            <a:lvl1pPr>
              <a:defRPr sz="1500" b="1">
                <a:solidFill>
                  <a:srgbClr val="00838D"/>
                </a:solidFill>
                <a:latin typeface="Aptos"/>
                <a:ea typeface="Aptos"/>
                <a:cs typeface="Aptos"/>
              </a:defRPr>
            </a:lvl1pPr>
            <a:lvl2pPr>
              <a:defRPr sz="1500" b="1">
                <a:solidFill>
                  <a:srgbClr val="00838D"/>
                </a:solidFill>
                <a:latin typeface="Aptos"/>
                <a:ea typeface="Aptos"/>
                <a:cs typeface="Aptos"/>
              </a:defRPr>
            </a:lvl2pPr>
            <a:lvl3pPr>
              <a:defRPr sz="1500" b="1">
                <a:solidFill>
                  <a:srgbClr val="00838D"/>
                </a:solidFill>
                <a:latin typeface="Aptos"/>
                <a:ea typeface="Aptos"/>
                <a:cs typeface="Aptos"/>
              </a:defRPr>
            </a:lvl3pPr>
            <a:lvl4pPr>
              <a:defRPr sz="1500" b="1">
                <a:solidFill>
                  <a:srgbClr val="00838D"/>
                </a:solidFill>
                <a:latin typeface="Aptos"/>
                <a:ea typeface="Aptos"/>
                <a:cs typeface="Aptos"/>
              </a:defRPr>
            </a:lvl4pPr>
            <a:lvl5pPr>
              <a:defRPr sz="1500" b="1">
                <a:solidFill>
                  <a:srgbClr val="00838D"/>
                </a:solidFill>
                <a:latin typeface="Aptos"/>
                <a:ea typeface="Aptos"/>
                <a:cs typeface="Aptos"/>
              </a:defRPr>
            </a:lvl5pPr>
            <a:lvl6pPr>
              <a:defRPr sz="1500" b="1">
                <a:solidFill>
                  <a:srgbClr val="00838D"/>
                </a:solidFill>
                <a:latin typeface="Aptos"/>
                <a:ea typeface="Aptos"/>
                <a:cs typeface="Aptos"/>
              </a:defRPr>
            </a:lvl6pPr>
            <a:lvl7pPr>
              <a:defRPr sz="1500" b="1">
                <a:solidFill>
                  <a:srgbClr val="00838D"/>
                </a:solidFill>
                <a:latin typeface="Aptos"/>
                <a:ea typeface="Aptos"/>
                <a:cs typeface="Aptos"/>
              </a:defRPr>
            </a:lvl7pPr>
            <a:lvl8pPr>
              <a:defRPr sz="1500" b="1">
                <a:solidFill>
                  <a:srgbClr val="00838D"/>
                </a:solidFill>
                <a:latin typeface="Aptos"/>
                <a:ea typeface="Aptos"/>
                <a:cs typeface="Aptos"/>
              </a:defRPr>
            </a:lvl8pPr>
            <a:lvl9pPr>
              <a:defRPr sz="1500" b="1">
                <a:solidFill>
                  <a:srgbClr val="00838D"/>
                </a:solidFill>
                <a:latin typeface="Aptos"/>
                <a:ea typeface="Aptos"/>
                <a:cs typeface="Aptos"/>
              </a:defRPr>
            </a:lvl9pPr>
          </a:lstStyle>
          <a:p xmlns:a="http://schemas.openxmlformats.org/drawingml/2006/main">
            <a:pPr>
              <a:defRPr sz="1500" b="1">
                <a:solidFill>
                  <a:srgbClr val="00838D"/>
                </a:solidFill>
                <a:latin typeface="Aptos"/>
                <a:ea typeface="Aptos"/>
                <a:cs typeface="Aptos"/>
              </a:defRPr>
            </a:pPr>
            <a:r>
              <a:rPr sz="1500" b="1">
                <a:solidFill>
                  <a:srgbClr val="00838D"/>
                </a:solidFill>
                <a:latin typeface="Aptos"/>
                <a:ea typeface="Aptos"/>
                <a:cs typeface="Aptos"/>
              </a:rPr>
              <a:t>SAMPLE RESPONSE</a:t>
            </a:r>
          </a:p>
        </p:txBody>
      </p:sp>
      <p:sp>
        <p:nvSpPr>
          <p:cNvPr id="6" name="explanation-label">
            <a:extLst xmlns:a="http://schemas.openxmlformats.org/drawingml/2006/main">
              <a:ext uri="{FF2B5EF4-FFF2-40B4-BE49-F238E27FC236}">
                <a16:creationId xmlns:a16="http://schemas.microsoft.com/office/drawing/2014/main" id="{42BFE678-5B8B-4E39-B6B4-F98BB7B85EAC}"/>
              </a:ext>
            </a:extLst>
          </p:cNvPr>
          <p:cNvSpPr>
            <a:spLocks xmlns:a="http://schemas.openxmlformats.org/drawingml/2006/main" noGrp="1"/>
          </p:cNvSpPr>
          <p:nvPr/>
        </p:nvSpPr>
        <p:spPr>
          <a:xfrm xmlns:a="http://schemas.openxmlformats.org/drawingml/2006/main">
            <a:off x="6705600" y="1590675"/>
            <a:ext cx="485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00838D"/>
                </a:solidFill>
                <a:latin typeface="Aptos"/>
                <a:ea typeface="Aptos"/>
                <a:cs typeface="Aptos"/>
              </a:defRPr>
            </a:defPPr>
            <a:lvl1pPr>
              <a:defRPr sz="1500" b="1">
                <a:solidFill>
                  <a:srgbClr val="00838D"/>
                </a:solidFill>
                <a:latin typeface="Aptos"/>
                <a:ea typeface="Aptos"/>
                <a:cs typeface="Aptos"/>
              </a:defRPr>
            </a:lvl1pPr>
            <a:lvl2pPr>
              <a:defRPr sz="1500" b="1">
                <a:solidFill>
                  <a:srgbClr val="00838D"/>
                </a:solidFill>
                <a:latin typeface="Aptos"/>
                <a:ea typeface="Aptos"/>
                <a:cs typeface="Aptos"/>
              </a:defRPr>
            </a:lvl2pPr>
            <a:lvl3pPr>
              <a:defRPr sz="1500" b="1">
                <a:solidFill>
                  <a:srgbClr val="00838D"/>
                </a:solidFill>
                <a:latin typeface="Aptos"/>
                <a:ea typeface="Aptos"/>
                <a:cs typeface="Aptos"/>
              </a:defRPr>
            </a:lvl3pPr>
            <a:lvl4pPr>
              <a:defRPr sz="1500" b="1">
                <a:solidFill>
                  <a:srgbClr val="00838D"/>
                </a:solidFill>
                <a:latin typeface="Aptos"/>
                <a:ea typeface="Aptos"/>
                <a:cs typeface="Aptos"/>
              </a:defRPr>
            </a:lvl4pPr>
            <a:lvl5pPr>
              <a:defRPr sz="1500" b="1">
                <a:solidFill>
                  <a:srgbClr val="00838D"/>
                </a:solidFill>
                <a:latin typeface="Aptos"/>
                <a:ea typeface="Aptos"/>
                <a:cs typeface="Aptos"/>
              </a:defRPr>
            </a:lvl5pPr>
            <a:lvl6pPr>
              <a:defRPr sz="1500" b="1">
                <a:solidFill>
                  <a:srgbClr val="00838D"/>
                </a:solidFill>
                <a:latin typeface="Aptos"/>
                <a:ea typeface="Aptos"/>
                <a:cs typeface="Aptos"/>
              </a:defRPr>
            </a:lvl6pPr>
            <a:lvl7pPr>
              <a:defRPr sz="1500" b="1">
                <a:solidFill>
                  <a:srgbClr val="00838D"/>
                </a:solidFill>
                <a:latin typeface="Aptos"/>
                <a:ea typeface="Aptos"/>
                <a:cs typeface="Aptos"/>
              </a:defRPr>
            </a:lvl7pPr>
            <a:lvl8pPr>
              <a:defRPr sz="1500" b="1">
                <a:solidFill>
                  <a:srgbClr val="00838D"/>
                </a:solidFill>
                <a:latin typeface="Aptos"/>
                <a:ea typeface="Aptos"/>
                <a:cs typeface="Aptos"/>
              </a:defRPr>
            </a:lvl8pPr>
            <a:lvl9pPr>
              <a:defRPr sz="1500" b="1">
                <a:solidFill>
                  <a:srgbClr val="00838D"/>
                </a:solidFill>
                <a:latin typeface="Aptos"/>
                <a:ea typeface="Aptos"/>
                <a:cs typeface="Aptos"/>
              </a:defRPr>
            </a:lvl9pPr>
          </a:lstStyle>
          <a:p xmlns:a="http://schemas.openxmlformats.org/drawingml/2006/main">
            <a:pPr>
              <a:defRPr sz="1500" b="1">
                <a:solidFill>
                  <a:srgbClr val="00838D"/>
                </a:solidFill>
                <a:latin typeface="Aptos"/>
                <a:ea typeface="Aptos"/>
                <a:cs typeface="Aptos"/>
              </a:defRPr>
            </a:pPr>
            <a:r>
              <a:rPr sz="1500" b="1">
                <a:solidFill>
                  <a:srgbClr val="00838D"/>
                </a:solidFill>
                <a:latin typeface="Aptos"/>
                <a:ea typeface="Aptos"/>
                <a:cs typeface="Aptos"/>
              </a:rPr>
              <a:t>WHY IT WORKS</a:t>
            </a:r>
          </a:p>
        </p:txBody>
      </p:sp>
      <p:sp>
        <p:nvSpPr>
          <p:cNvPr id="7" name="sample-response">
            <a:extLst xmlns:a="http://schemas.openxmlformats.org/drawingml/2006/main">
              <a:ext uri="{FF2B5EF4-FFF2-40B4-BE49-F238E27FC236}">
                <a16:creationId xmlns:a16="http://schemas.microsoft.com/office/drawing/2014/main" id="{E12F3DD6-9E0D-4B39-B608-BE7AAAF1B2D5}"/>
              </a:ext>
            </a:extLst>
          </p:cNvPr>
          <p:cNvSpPr>
            <a:spLocks xmlns:a="http://schemas.openxmlformats.org/drawingml/2006/main" noGrp="1"/>
          </p:cNvSpPr>
          <p:nvPr/>
        </p:nvSpPr>
        <p:spPr>
          <a:xfrm xmlns:a="http://schemas.openxmlformats.org/drawingml/2006/main">
            <a:off x="609600" y="2143125"/>
            <a:ext cx="528637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0">
                <a:solidFill>
                  <a:srgbClr val="123F50"/>
                </a:solidFill>
                <a:latin typeface="Aptos"/>
                <a:ea typeface="Aptos"/>
                <a:cs typeface="Aptos"/>
              </a:defRPr>
            </a:defPPr>
            <a:lvl1pPr>
              <a:defRPr sz="2250" b="0">
                <a:solidFill>
                  <a:srgbClr val="123F50"/>
                </a:solidFill>
                <a:latin typeface="Aptos"/>
                <a:ea typeface="Aptos"/>
                <a:cs typeface="Aptos"/>
              </a:defRPr>
            </a:lvl1pPr>
            <a:lvl2pPr>
              <a:defRPr sz="2250" b="0">
                <a:solidFill>
                  <a:srgbClr val="123F50"/>
                </a:solidFill>
                <a:latin typeface="Aptos"/>
                <a:ea typeface="Aptos"/>
                <a:cs typeface="Aptos"/>
              </a:defRPr>
            </a:lvl2pPr>
            <a:lvl3pPr>
              <a:defRPr sz="2250" b="0">
                <a:solidFill>
                  <a:srgbClr val="123F50"/>
                </a:solidFill>
                <a:latin typeface="Aptos"/>
                <a:ea typeface="Aptos"/>
                <a:cs typeface="Aptos"/>
              </a:defRPr>
            </a:lvl3pPr>
            <a:lvl4pPr>
              <a:defRPr sz="2250" b="0">
                <a:solidFill>
                  <a:srgbClr val="123F50"/>
                </a:solidFill>
                <a:latin typeface="Aptos"/>
                <a:ea typeface="Aptos"/>
                <a:cs typeface="Aptos"/>
              </a:defRPr>
            </a:lvl4pPr>
            <a:lvl5pPr>
              <a:defRPr sz="2250" b="0">
                <a:solidFill>
                  <a:srgbClr val="123F50"/>
                </a:solidFill>
                <a:latin typeface="Aptos"/>
                <a:ea typeface="Aptos"/>
                <a:cs typeface="Aptos"/>
              </a:defRPr>
            </a:lvl5pPr>
            <a:lvl6pPr>
              <a:defRPr sz="2250" b="0">
                <a:solidFill>
                  <a:srgbClr val="123F50"/>
                </a:solidFill>
                <a:latin typeface="Aptos"/>
                <a:ea typeface="Aptos"/>
                <a:cs typeface="Aptos"/>
              </a:defRPr>
            </a:lvl6pPr>
            <a:lvl7pPr>
              <a:defRPr sz="2250" b="0">
                <a:solidFill>
                  <a:srgbClr val="123F50"/>
                </a:solidFill>
                <a:latin typeface="Aptos"/>
                <a:ea typeface="Aptos"/>
                <a:cs typeface="Aptos"/>
              </a:defRPr>
            </a:lvl7pPr>
            <a:lvl8pPr>
              <a:defRPr sz="2250" b="0">
                <a:solidFill>
                  <a:srgbClr val="123F50"/>
                </a:solidFill>
                <a:latin typeface="Aptos"/>
                <a:ea typeface="Aptos"/>
                <a:cs typeface="Aptos"/>
              </a:defRPr>
            </a:lvl8pPr>
            <a:lvl9pPr>
              <a:defRPr sz="2250" b="0">
                <a:solidFill>
                  <a:srgbClr val="123F50"/>
                </a:solidFill>
                <a:latin typeface="Aptos"/>
                <a:ea typeface="Aptos"/>
                <a:cs typeface="Aptos"/>
              </a:defRPr>
            </a:lvl9pPr>
          </a:lstStyle>
          <a:p xmlns:a="http://schemas.openxmlformats.org/drawingml/2006/main">
            <a:pPr>
              <a:defRPr sz="2250" b="0">
                <a:solidFill>
                  <a:srgbClr val="123F50"/>
                </a:solidFill>
                <a:latin typeface="Aptos"/>
                <a:ea typeface="Aptos"/>
                <a:cs typeface="Aptos"/>
              </a:defRPr>
            </a:pPr>
            <a:r>
              <a:rPr sz="2250" b="0">
                <a:solidFill>
                  <a:srgbClr val="123F50"/>
                </a:solidFill>
                <a:latin typeface="Aptos"/>
                <a:ea typeface="Aptos"/>
                <a:cs typeface="Aptos"/>
              </a:rPr>
              <a:t>Staff review the evidence and published rule, invite clarification when appropriate, and provide a contact for reconsideration.</a:t>
            </a:r>
          </a:p>
        </p:txBody>
      </p:sp>
      <p:sp>
        <p:nvSpPr>
          <p:cNvPr id="8" name="explanation-bullets">
            <a:extLst xmlns:a="http://schemas.openxmlformats.org/drawingml/2006/main">
              <a:ext uri="{FF2B5EF4-FFF2-40B4-BE49-F238E27FC236}">
                <a16:creationId xmlns:a16="http://schemas.microsoft.com/office/drawing/2014/main" id="{DA7DE683-D212-4BF5-BC21-373778704CBC}"/>
              </a:ext>
            </a:extLst>
          </p:cNvPr>
          <p:cNvSpPr>
            <a:spLocks xmlns:a="http://schemas.openxmlformats.org/drawingml/2006/main" noGrp="1"/>
          </p:cNvSpPr>
          <p:nvPr/>
        </p:nvSpPr>
        <p:spPr>
          <a:xfrm xmlns:a="http://schemas.openxmlformats.org/drawingml/2006/main">
            <a:off x="6705600" y="2143125"/>
            <a:ext cx="4810125"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23F50"/>
                </a:solidFill>
                <a:latin typeface="Aptos"/>
                <a:ea typeface="Aptos"/>
                <a:cs typeface="Aptos"/>
              </a:defRPr>
            </a:defPPr>
            <a:lvl1pPr>
              <a:defRPr sz="1950" b="0">
                <a:solidFill>
                  <a:srgbClr val="123F50"/>
                </a:solidFill>
                <a:latin typeface="Aptos"/>
                <a:ea typeface="Aptos"/>
                <a:cs typeface="Aptos"/>
              </a:defRPr>
            </a:lvl1pPr>
            <a:lvl2pPr>
              <a:defRPr sz="1950" b="0">
                <a:solidFill>
                  <a:srgbClr val="123F50"/>
                </a:solidFill>
                <a:latin typeface="Aptos"/>
                <a:ea typeface="Aptos"/>
                <a:cs typeface="Aptos"/>
              </a:defRPr>
            </a:lvl2pPr>
            <a:lvl3pPr>
              <a:defRPr sz="1950" b="0">
                <a:solidFill>
                  <a:srgbClr val="123F50"/>
                </a:solidFill>
                <a:latin typeface="Aptos"/>
                <a:ea typeface="Aptos"/>
                <a:cs typeface="Aptos"/>
              </a:defRPr>
            </a:lvl3pPr>
            <a:lvl4pPr>
              <a:defRPr sz="1950" b="0">
                <a:solidFill>
                  <a:srgbClr val="123F50"/>
                </a:solidFill>
                <a:latin typeface="Aptos"/>
                <a:ea typeface="Aptos"/>
                <a:cs typeface="Aptos"/>
              </a:defRPr>
            </a:lvl4pPr>
            <a:lvl5pPr>
              <a:defRPr sz="1950" b="0">
                <a:solidFill>
                  <a:srgbClr val="123F50"/>
                </a:solidFill>
                <a:latin typeface="Aptos"/>
                <a:ea typeface="Aptos"/>
                <a:cs typeface="Aptos"/>
              </a:defRPr>
            </a:lvl5pPr>
            <a:lvl6pPr>
              <a:defRPr sz="1950" b="0">
                <a:solidFill>
                  <a:srgbClr val="123F50"/>
                </a:solidFill>
                <a:latin typeface="Aptos"/>
                <a:ea typeface="Aptos"/>
                <a:cs typeface="Aptos"/>
              </a:defRPr>
            </a:lvl6pPr>
            <a:lvl7pPr>
              <a:defRPr sz="1950" b="0">
                <a:solidFill>
                  <a:srgbClr val="123F50"/>
                </a:solidFill>
                <a:latin typeface="Aptos"/>
                <a:ea typeface="Aptos"/>
                <a:cs typeface="Aptos"/>
              </a:defRPr>
            </a:lvl7pPr>
            <a:lvl8pPr>
              <a:defRPr sz="1950" b="0">
                <a:solidFill>
                  <a:srgbClr val="123F50"/>
                </a:solidFill>
                <a:latin typeface="Aptos"/>
                <a:ea typeface="Aptos"/>
                <a:cs typeface="Aptos"/>
              </a:defRPr>
            </a:lvl8pPr>
            <a:lvl9pPr>
              <a:defRPr sz="1950" b="0">
                <a:solidFill>
                  <a:srgbClr val="123F50"/>
                </a:solidFill>
                <a:latin typeface="Aptos"/>
                <a:ea typeface="Aptos"/>
                <a:cs typeface="Aptos"/>
              </a:defRPr>
            </a:lvl9pPr>
          </a:lstStyle>
          <a:p xmlns:a="http://schemas.openxmlformats.org/drawingml/2006/main">
            <a:pPr marL="20" indent="-18">
              <a:spcAft>
                <a:spcPts val="22"/>
              </a:spcAft>
              <a:buChar char="•"/>
              <a:defRPr sz="1950" b="0">
                <a:solidFill>
                  <a:srgbClr val="123F50"/>
                </a:solidFill>
                <a:latin typeface="Aptos"/>
                <a:ea typeface="Aptos"/>
                <a:cs typeface="Aptos"/>
              </a:defRPr>
            </a:pPr>
            <a:r>
              <a:t>Evidence review: Connects the concern to evidence and a published rule.</a:t>
            </a:r>
          </a:p>
          <a:p xmlns:a="http://schemas.openxmlformats.org/drawingml/2006/main">
            <a:pPr marL="20" indent="-18">
              <a:spcAft>
                <a:spcPts val="22"/>
              </a:spcAft>
              <a:buChar char="•"/>
              <a:defRPr sz="1950" b="0">
                <a:solidFill>
                  <a:srgbClr val="123F50"/>
                </a:solidFill>
                <a:latin typeface="Aptos"/>
                <a:ea typeface="Aptos"/>
                <a:cs typeface="Aptos"/>
              </a:defRPr>
            </a:pPr>
            <a:r>
              <a:t>Clarification: Gives the applicant a chance to explain when appropriate.</a:t>
            </a:r>
          </a:p>
          <a:p xmlns:a="http://schemas.openxmlformats.org/drawingml/2006/main">
            <a:pPr marL="20" indent="-18">
              <a:spcAft>
                <a:spcPts val="22"/>
              </a:spcAft>
              <a:buChar char="•"/>
              <a:defRPr sz="1950" b="0">
                <a:solidFill>
                  <a:srgbClr val="123F50"/>
                </a:solidFill>
                <a:latin typeface="Aptos"/>
                <a:ea typeface="Aptos"/>
                <a:cs typeface="Aptos"/>
              </a:defRPr>
            </a:pPr>
            <a:r>
              <a:t>Reconsideration: Provides a contact for requesting another review.</a:t>
            </a:r>
          </a:p>
        </p:txBody>
      </p:sp>
      <p:sp>
        <p:nvSpPr>
          <p:cNvPr id="9" name="local-adaptation">
            <a:extLst xmlns:a="http://schemas.openxmlformats.org/drawingml/2006/main">
              <a:ext uri="{FF2B5EF4-FFF2-40B4-BE49-F238E27FC236}">
                <a16:creationId xmlns:a16="http://schemas.microsoft.com/office/drawing/2014/main" id="{BD95719C-CBCB-4D0E-A6FE-F738CC005DE8}"/>
              </a:ext>
            </a:extLst>
          </p:cNvPr>
          <p:cNvSpPr>
            <a:spLocks xmlns:a="http://schemas.openxmlformats.org/drawingml/2006/main" noGrp="1"/>
          </p:cNvSpPr>
          <p:nvPr/>
        </p:nvSpPr>
        <p:spPr>
          <a:xfrm xmlns:a="http://schemas.openxmlformats.org/drawingml/2006/main">
            <a:off x="609600" y="5438775"/>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486875"/>
                </a:solidFill>
                <a:latin typeface="Aptos"/>
                <a:ea typeface="Aptos"/>
                <a:cs typeface="Aptos"/>
              </a:defRPr>
            </a:defPPr>
            <a:lvl1pPr>
              <a:defRPr sz="1650" b="0">
                <a:solidFill>
                  <a:srgbClr val="486875"/>
                </a:solidFill>
                <a:latin typeface="Aptos"/>
                <a:ea typeface="Aptos"/>
                <a:cs typeface="Aptos"/>
              </a:defRPr>
            </a:lvl1pPr>
            <a:lvl2pPr>
              <a:defRPr sz="1650" b="0">
                <a:solidFill>
                  <a:srgbClr val="486875"/>
                </a:solidFill>
                <a:latin typeface="Aptos"/>
                <a:ea typeface="Aptos"/>
                <a:cs typeface="Aptos"/>
              </a:defRPr>
            </a:lvl2pPr>
            <a:lvl3pPr>
              <a:defRPr sz="1650" b="0">
                <a:solidFill>
                  <a:srgbClr val="486875"/>
                </a:solidFill>
                <a:latin typeface="Aptos"/>
                <a:ea typeface="Aptos"/>
                <a:cs typeface="Aptos"/>
              </a:defRPr>
            </a:lvl3pPr>
            <a:lvl4pPr>
              <a:defRPr sz="1650" b="0">
                <a:solidFill>
                  <a:srgbClr val="486875"/>
                </a:solidFill>
                <a:latin typeface="Aptos"/>
                <a:ea typeface="Aptos"/>
                <a:cs typeface="Aptos"/>
              </a:defRPr>
            </a:lvl4pPr>
            <a:lvl5pPr>
              <a:defRPr sz="1650" b="0">
                <a:solidFill>
                  <a:srgbClr val="486875"/>
                </a:solidFill>
                <a:latin typeface="Aptos"/>
                <a:ea typeface="Aptos"/>
                <a:cs typeface="Aptos"/>
              </a:defRPr>
            </a:lvl5pPr>
            <a:lvl6pPr>
              <a:defRPr sz="1650" b="0">
                <a:solidFill>
                  <a:srgbClr val="486875"/>
                </a:solidFill>
                <a:latin typeface="Aptos"/>
                <a:ea typeface="Aptos"/>
                <a:cs typeface="Aptos"/>
              </a:defRPr>
            </a:lvl6pPr>
            <a:lvl7pPr>
              <a:defRPr sz="1650" b="0">
                <a:solidFill>
                  <a:srgbClr val="486875"/>
                </a:solidFill>
                <a:latin typeface="Aptos"/>
                <a:ea typeface="Aptos"/>
                <a:cs typeface="Aptos"/>
              </a:defRPr>
            </a:lvl7pPr>
            <a:lvl8pPr>
              <a:defRPr sz="1650" b="0">
                <a:solidFill>
                  <a:srgbClr val="486875"/>
                </a:solidFill>
                <a:latin typeface="Aptos"/>
                <a:ea typeface="Aptos"/>
                <a:cs typeface="Aptos"/>
              </a:defRPr>
            </a:lvl8pPr>
            <a:lvl9pPr>
              <a:defRPr sz="1650" b="0">
                <a:solidFill>
                  <a:srgbClr val="486875"/>
                </a:solidFill>
                <a:latin typeface="Aptos"/>
                <a:ea typeface="Aptos"/>
                <a:cs typeface="Aptos"/>
              </a:defRPr>
            </a:lvl9pPr>
          </a:lstStyle>
          <a:p xmlns:a="http://schemas.openxmlformats.org/drawingml/2006/main">
            <a:pPr>
              <a:defRPr sz="1650" b="0">
                <a:solidFill>
                  <a:srgbClr val="486875"/>
                </a:solidFill>
                <a:latin typeface="Aptos"/>
                <a:ea typeface="Aptos"/>
                <a:cs typeface="Aptos"/>
              </a:defRPr>
            </a:pPr>
            <a:r>
              <a:rPr sz="1650" b="0">
                <a:solidFill>
                  <a:srgbClr val="486875"/>
                </a:solidFill>
                <a:latin typeface="Aptos"/>
                <a:ea typeface="Aptos"/>
                <a:cs typeface="Aptos"/>
              </a:rPr>
              <a:t>Local choice: Identify the contact, review steps, and response timeline.</a:t>
            </a:r>
          </a:p>
        </p:txBody>
      </p:sp>
      <p:sp>
        <p:nvSpPr>
          <p:cNvPr id="10" name="slide-number">
            <a:extLst xmlns:a="http://schemas.openxmlformats.org/drawingml/2006/main">
              <a:ext uri="{FF2B5EF4-FFF2-40B4-BE49-F238E27FC236}">
                <a16:creationId xmlns:a16="http://schemas.microsoft.com/office/drawing/2014/main" id="{9F25ED89-AE5F-4C79-B1A7-391A16F1BD4D}"/>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1">
                <a:solidFill>
                  <a:srgbClr val="00838D"/>
                </a:solidFill>
                <a:latin typeface="Aptos"/>
                <a:ea typeface="Aptos"/>
                <a:cs typeface="Aptos"/>
              </a:defRPr>
            </a:defPPr>
            <a:lvl1pPr>
              <a:defRPr sz="1200" b="1">
                <a:solidFill>
                  <a:srgbClr val="00838D"/>
                </a:solidFill>
                <a:latin typeface="Aptos"/>
                <a:ea typeface="Aptos"/>
                <a:cs typeface="Aptos"/>
              </a:defRPr>
            </a:lvl1pPr>
            <a:lvl2pPr>
              <a:defRPr sz="1200" b="1">
                <a:solidFill>
                  <a:srgbClr val="00838D"/>
                </a:solidFill>
                <a:latin typeface="Aptos"/>
                <a:ea typeface="Aptos"/>
                <a:cs typeface="Aptos"/>
              </a:defRPr>
            </a:lvl2pPr>
            <a:lvl3pPr>
              <a:defRPr sz="1200" b="1">
                <a:solidFill>
                  <a:srgbClr val="00838D"/>
                </a:solidFill>
                <a:latin typeface="Aptos"/>
                <a:ea typeface="Aptos"/>
                <a:cs typeface="Aptos"/>
              </a:defRPr>
            </a:lvl3pPr>
            <a:lvl4pPr>
              <a:defRPr sz="1200" b="1">
                <a:solidFill>
                  <a:srgbClr val="00838D"/>
                </a:solidFill>
                <a:latin typeface="Aptos"/>
                <a:ea typeface="Aptos"/>
                <a:cs typeface="Aptos"/>
              </a:defRPr>
            </a:lvl4pPr>
            <a:lvl5pPr>
              <a:defRPr sz="1200" b="1">
                <a:solidFill>
                  <a:srgbClr val="00838D"/>
                </a:solidFill>
                <a:latin typeface="Aptos"/>
                <a:ea typeface="Aptos"/>
                <a:cs typeface="Aptos"/>
              </a:defRPr>
            </a:lvl5pPr>
            <a:lvl6pPr>
              <a:defRPr sz="1200" b="1">
                <a:solidFill>
                  <a:srgbClr val="00838D"/>
                </a:solidFill>
                <a:latin typeface="Aptos"/>
                <a:ea typeface="Aptos"/>
                <a:cs typeface="Aptos"/>
              </a:defRPr>
            </a:lvl6pPr>
            <a:lvl7pPr>
              <a:defRPr sz="1200" b="1">
                <a:solidFill>
                  <a:srgbClr val="00838D"/>
                </a:solidFill>
                <a:latin typeface="Aptos"/>
                <a:ea typeface="Aptos"/>
                <a:cs typeface="Aptos"/>
              </a:defRPr>
            </a:lvl7pPr>
            <a:lvl8pPr>
              <a:defRPr sz="1200" b="1">
                <a:solidFill>
                  <a:srgbClr val="00838D"/>
                </a:solidFill>
                <a:latin typeface="Aptos"/>
                <a:ea typeface="Aptos"/>
                <a:cs typeface="Aptos"/>
              </a:defRPr>
            </a:lvl8pPr>
            <a:lvl9pPr>
              <a:defRPr sz="1200" b="1">
                <a:solidFill>
                  <a:srgbClr val="00838D"/>
                </a:solidFill>
                <a:latin typeface="Aptos"/>
                <a:ea typeface="Aptos"/>
                <a:cs typeface="Aptos"/>
              </a:defRPr>
            </a:lvl9pPr>
          </a:lstStyle>
          <a:p xmlns:a="http://schemas.openxmlformats.org/drawingml/2006/main">
            <a:pPr>
              <a:defRPr sz="1200" b="1">
                <a:solidFill>
                  <a:srgbClr val="00838D"/>
                </a:solidFill>
                <a:latin typeface="Aptos"/>
                <a:ea typeface="Aptos"/>
                <a:cs typeface="Aptos"/>
              </a:defRPr>
            </a:pPr>
            <a:r>
              <a:rPr sz="1200" b="1">
                <a:solidFill>
                  <a:srgbClr val="00838D"/>
                </a:solidFill>
                <a:latin typeface="Aptos"/>
                <a:ea typeface="Aptos"/>
                <a:cs typeface="Aptos"/>
              </a:rPr>
              <a:t>22</a:t>
            </a:r>
          </a:p>
        </p:txBody>
      </p:sp>
    </p:spTree>
    <p:extLst>
      <p:ext uri="{BB962C8B-B14F-4D97-AF65-F5344CB8AC3E}">
        <p14:creationId xmlns:p14="http://schemas.microsoft.com/office/powerpoint/2010/main" val="37541894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A31AC4F-ECAF-4436-B476-6DF37EAD2DE8}"/>
              </a:ext>
            </a:extLst>
          </p:cNvPr>
          <p:cNvPicPr>
            <a:picLocks xmlns:a="http://schemas.openxmlformats.org/drawingml/2006/main" noChangeAspect="1"/>
          </p:cNvPicPr>
          <p:nvPr/>
        </p:nvPicPr>
        <p:blipFill>
          <a:blip xmlns:r="http://schemas.openxmlformats.org/officeDocument/2006/relationships" xmlns:a="http://schemas.openxmlformats.org/drawingml/2006/main" r:embed="R1e689798c40b422d"/>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8C828372-880C-41EE-ADA5-AEB8CE33A9CB}"/>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A four-week pilot</a:t>
            </a:r>
          </a:p>
        </p:txBody>
      </p:sp>
      <p:sp>
        <p:nvSpPr>
          <p:cNvPr id="4" name="subtitle">
            <a:extLst xmlns:a="http://schemas.openxmlformats.org/drawingml/2006/main">
              <a:ext uri="{FF2B5EF4-FFF2-40B4-BE49-F238E27FC236}">
                <a16:creationId xmlns:a16="http://schemas.microsoft.com/office/drawing/2014/main" id="{F9043D41-3B59-4989-B7C2-CDEBB6F4777C}"/>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Suggested sequence before any authorized use with real applications</a:t>
            </a:r>
          </a:p>
        </p:txBody>
      </p:sp>
      <p:sp>
        <p:nvSpPr>
          <p:cNvPr id="5" name="slide-number">
            <a:extLst xmlns:a="http://schemas.openxmlformats.org/drawingml/2006/main">
              <a:ext uri="{FF2B5EF4-FFF2-40B4-BE49-F238E27FC236}">
                <a16:creationId xmlns:a16="http://schemas.microsoft.com/office/drawing/2014/main" id="{001D1C13-D193-48F7-AC07-0484C3BF4694}"/>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23</a:t>
            </a:r>
          </a:p>
        </p:txBody>
      </p:sp>
      <p:pic>
        <p:nvPicPr>
          <p:cNvPr id="6" name="">
            <a:extLst xmlns:a="http://schemas.openxmlformats.org/drawingml/2006/main">
              <a:ext uri="{FF2B5EF4-FFF2-40B4-BE49-F238E27FC236}">
                <a16:creationId xmlns:a16="http://schemas.microsoft.com/office/drawing/2014/main" id="{44D553C2-1D81-4AF7-8CF6-CE33409EF166}"/>
              </a:ext>
            </a:extLst>
          </p:cNvPr>
          <p:cNvPicPr>
            <a:picLocks xmlns:a="http://schemas.openxmlformats.org/drawingml/2006/main" noChangeAspect="1"/>
          </p:cNvPicPr>
          <p:nvPr/>
        </p:nvPicPr>
        <p:blipFill>
          <a:blip xmlns:r="http://schemas.openxmlformats.org/officeDocument/2006/relationships" xmlns:a="http://schemas.openxmlformats.org/drawingml/2006/main" r:embed="R418425773f574a4f"/>
          <a:stretch xmlns:a="http://schemas.openxmlformats.org/drawingml/2006/main"/>
        </p:blipFill>
        <p:spPr>
          <a:xfrm xmlns:a="http://schemas.openxmlformats.org/drawingml/2006/main">
            <a:off x="704850" y="2143125"/>
            <a:ext cx="5857875" cy="3905250"/>
          </a:xfrm>
          <a:prstGeom xmlns:a="http://schemas.openxmlformats.org/drawingml/2006/main" prst="rect">
            <a:avLst/>
          </a:prstGeom>
        </p:spPr>
      </p:pic>
      <p:sp>
        <p:nvSpPr>
          <p:cNvPr id="7" name="pilot-week-1">
            <a:extLst xmlns:a="http://schemas.openxmlformats.org/drawingml/2006/main">
              <a:ext uri="{FF2B5EF4-FFF2-40B4-BE49-F238E27FC236}">
                <a16:creationId xmlns:a16="http://schemas.microsoft.com/office/drawing/2014/main" id="{5B39C2E4-D297-472A-9812-7ECA1B341962}"/>
              </a:ext>
            </a:extLst>
          </p:cNvPr>
          <p:cNvSpPr>
            <a:spLocks xmlns:a="http://schemas.openxmlformats.org/drawingml/2006/main" noGrp="1"/>
          </p:cNvSpPr>
          <p:nvPr/>
        </p:nvSpPr>
        <p:spPr>
          <a:xfrm xmlns:a="http://schemas.openxmlformats.org/drawingml/2006/main">
            <a:off x="7105650" y="2352675"/>
            <a:ext cx="1047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007D87"/>
                </a:solidFill>
                <a:latin typeface="DejaVu Sans"/>
                <a:ea typeface="DejaVu Sans"/>
                <a:cs typeface="DejaVu Sans"/>
              </a:defRPr>
            </a:defPPr>
            <a:lvl1pPr>
              <a:defRPr sz="1350" b="1">
                <a:solidFill>
                  <a:srgbClr val="007D87"/>
                </a:solidFill>
                <a:latin typeface="DejaVu Sans"/>
                <a:ea typeface="DejaVu Sans"/>
                <a:cs typeface="DejaVu Sans"/>
              </a:defRPr>
            </a:lvl1pPr>
            <a:lvl2pPr>
              <a:defRPr sz="1350" b="1">
                <a:solidFill>
                  <a:srgbClr val="007D87"/>
                </a:solidFill>
                <a:latin typeface="DejaVu Sans"/>
                <a:ea typeface="DejaVu Sans"/>
                <a:cs typeface="DejaVu Sans"/>
              </a:defRPr>
            </a:lvl2pPr>
            <a:lvl3pPr>
              <a:defRPr sz="1350" b="1">
                <a:solidFill>
                  <a:srgbClr val="007D87"/>
                </a:solidFill>
                <a:latin typeface="DejaVu Sans"/>
                <a:ea typeface="DejaVu Sans"/>
                <a:cs typeface="DejaVu Sans"/>
              </a:defRPr>
            </a:lvl3pPr>
            <a:lvl4pPr>
              <a:defRPr sz="1350" b="1">
                <a:solidFill>
                  <a:srgbClr val="007D87"/>
                </a:solidFill>
                <a:latin typeface="DejaVu Sans"/>
                <a:ea typeface="DejaVu Sans"/>
                <a:cs typeface="DejaVu Sans"/>
              </a:defRPr>
            </a:lvl4pPr>
            <a:lvl5pPr>
              <a:defRPr sz="1350" b="1">
                <a:solidFill>
                  <a:srgbClr val="007D87"/>
                </a:solidFill>
                <a:latin typeface="DejaVu Sans"/>
                <a:ea typeface="DejaVu Sans"/>
                <a:cs typeface="DejaVu Sans"/>
              </a:defRPr>
            </a:lvl5pPr>
            <a:lvl6pPr>
              <a:defRPr sz="1350" b="1">
                <a:solidFill>
                  <a:srgbClr val="007D87"/>
                </a:solidFill>
                <a:latin typeface="DejaVu Sans"/>
                <a:ea typeface="DejaVu Sans"/>
                <a:cs typeface="DejaVu Sans"/>
              </a:defRPr>
            </a:lvl6pPr>
            <a:lvl7pPr>
              <a:defRPr sz="1350" b="1">
                <a:solidFill>
                  <a:srgbClr val="007D87"/>
                </a:solidFill>
                <a:latin typeface="DejaVu Sans"/>
                <a:ea typeface="DejaVu Sans"/>
                <a:cs typeface="DejaVu Sans"/>
              </a:defRPr>
            </a:lvl7pPr>
            <a:lvl8pPr>
              <a:defRPr sz="1350" b="1">
                <a:solidFill>
                  <a:srgbClr val="007D87"/>
                </a:solidFill>
                <a:latin typeface="DejaVu Sans"/>
                <a:ea typeface="DejaVu Sans"/>
                <a:cs typeface="DejaVu Sans"/>
              </a:defRPr>
            </a:lvl8pPr>
            <a:lvl9pPr>
              <a:defRPr sz="1350" b="1">
                <a:solidFill>
                  <a:srgbClr val="007D87"/>
                </a:solidFill>
                <a:latin typeface="DejaVu Sans"/>
                <a:ea typeface="DejaVu Sans"/>
                <a:cs typeface="DejaVu Sans"/>
              </a:defRPr>
            </a:lvl9pPr>
          </a:lstStyle>
          <a:p xmlns:a="http://schemas.openxmlformats.org/drawingml/2006/main">
            <a:pPr>
              <a:defRPr sz="1350" b="1">
                <a:solidFill>
                  <a:srgbClr val="007D87"/>
                </a:solidFill>
                <a:latin typeface="DejaVu Sans"/>
                <a:ea typeface="DejaVu Sans"/>
                <a:cs typeface="DejaVu Sans"/>
              </a:defRPr>
            </a:pPr>
            <a:r>
              <a:rPr sz="1350" b="1">
                <a:solidFill>
                  <a:srgbClr val="007D87"/>
                </a:solidFill>
                <a:latin typeface="DejaVu Sans"/>
                <a:ea typeface="DejaVu Sans"/>
                <a:cs typeface="DejaVu Sans"/>
              </a:rPr>
              <a:t>WEEK 1</a:t>
            </a:r>
          </a:p>
        </p:txBody>
      </p:sp>
      <p:sp>
        <p:nvSpPr>
          <p:cNvPr id="8" name="pilot-head-1">
            <a:extLst xmlns:a="http://schemas.openxmlformats.org/drawingml/2006/main">
              <a:ext uri="{FF2B5EF4-FFF2-40B4-BE49-F238E27FC236}">
                <a16:creationId xmlns:a16="http://schemas.microsoft.com/office/drawing/2014/main" id="{36B4ED44-D999-413E-8C36-CAD9E60A17FC}"/>
              </a:ext>
            </a:extLst>
          </p:cNvPr>
          <p:cNvSpPr>
            <a:spLocks xmlns:a="http://schemas.openxmlformats.org/drawingml/2006/main" noGrp="1"/>
          </p:cNvSpPr>
          <p:nvPr/>
        </p:nvSpPr>
        <p:spPr>
          <a:xfrm xmlns:a="http://schemas.openxmlformats.org/drawingml/2006/main">
            <a:off x="8258175" y="2266950"/>
            <a:ext cx="32289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1">
                <a:solidFill>
                  <a:srgbClr val="123E4F"/>
                </a:solidFill>
                <a:latin typeface="DejaVu Sans"/>
                <a:ea typeface="DejaVu Sans"/>
                <a:cs typeface="DejaVu Sans"/>
              </a:defRPr>
            </a:defPPr>
            <a:lvl1pPr>
              <a:defRPr sz="2325" b="1">
                <a:solidFill>
                  <a:srgbClr val="123E4F"/>
                </a:solidFill>
                <a:latin typeface="DejaVu Sans"/>
                <a:ea typeface="DejaVu Sans"/>
                <a:cs typeface="DejaVu Sans"/>
              </a:defRPr>
            </a:lvl1pPr>
            <a:lvl2pPr>
              <a:defRPr sz="2325" b="1">
                <a:solidFill>
                  <a:srgbClr val="123E4F"/>
                </a:solidFill>
                <a:latin typeface="DejaVu Sans"/>
                <a:ea typeface="DejaVu Sans"/>
                <a:cs typeface="DejaVu Sans"/>
              </a:defRPr>
            </a:lvl2pPr>
            <a:lvl3pPr>
              <a:defRPr sz="2325" b="1">
                <a:solidFill>
                  <a:srgbClr val="123E4F"/>
                </a:solidFill>
                <a:latin typeface="DejaVu Sans"/>
                <a:ea typeface="DejaVu Sans"/>
                <a:cs typeface="DejaVu Sans"/>
              </a:defRPr>
            </a:lvl3pPr>
            <a:lvl4pPr>
              <a:defRPr sz="2325" b="1">
                <a:solidFill>
                  <a:srgbClr val="123E4F"/>
                </a:solidFill>
                <a:latin typeface="DejaVu Sans"/>
                <a:ea typeface="DejaVu Sans"/>
                <a:cs typeface="DejaVu Sans"/>
              </a:defRPr>
            </a:lvl4pPr>
            <a:lvl5pPr>
              <a:defRPr sz="2325" b="1">
                <a:solidFill>
                  <a:srgbClr val="123E4F"/>
                </a:solidFill>
                <a:latin typeface="DejaVu Sans"/>
                <a:ea typeface="DejaVu Sans"/>
                <a:cs typeface="DejaVu Sans"/>
              </a:defRPr>
            </a:lvl5pPr>
            <a:lvl6pPr>
              <a:defRPr sz="2325" b="1">
                <a:solidFill>
                  <a:srgbClr val="123E4F"/>
                </a:solidFill>
                <a:latin typeface="DejaVu Sans"/>
                <a:ea typeface="DejaVu Sans"/>
                <a:cs typeface="DejaVu Sans"/>
              </a:defRPr>
            </a:lvl6pPr>
            <a:lvl7pPr>
              <a:defRPr sz="2325" b="1">
                <a:solidFill>
                  <a:srgbClr val="123E4F"/>
                </a:solidFill>
                <a:latin typeface="DejaVu Sans"/>
                <a:ea typeface="DejaVu Sans"/>
                <a:cs typeface="DejaVu Sans"/>
              </a:defRPr>
            </a:lvl7pPr>
            <a:lvl8pPr>
              <a:defRPr sz="2325" b="1">
                <a:solidFill>
                  <a:srgbClr val="123E4F"/>
                </a:solidFill>
                <a:latin typeface="DejaVu Sans"/>
                <a:ea typeface="DejaVu Sans"/>
                <a:cs typeface="DejaVu Sans"/>
              </a:defRPr>
            </a:lvl8pPr>
            <a:lvl9pPr>
              <a:defRPr sz="2325" b="1">
                <a:solidFill>
                  <a:srgbClr val="123E4F"/>
                </a:solidFill>
                <a:latin typeface="DejaVu Sans"/>
                <a:ea typeface="DejaVu Sans"/>
                <a:cs typeface="DejaVu Sans"/>
              </a:defRPr>
            </a:lvl9pPr>
          </a:lstStyle>
          <a:p xmlns:a="http://schemas.openxmlformats.org/drawingml/2006/main">
            <a:pPr>
              <a:defRPr sz="2325" b="1">
                <a:solidFill>
                  <a:srgbClr val="123E4F"/>
                </a:solidFill>
                <a:latin typeface="DejaVu Sans"/>
                <a:ea typeface="DejaVu Sans"/>
                <a:cs typeface="DejaVu Sans"/>
              </a:defRPr>
            </a:pPr>
            <a:r>
              <a:rPr sz="2325" b="1">
                <a:solidFill>
                  <a:srgbClr val="123E4F"/>
                </a:solidFill>
                <a:latin typeface="DejaVu Sans"/>
                <a:ea typeface="DejaVu Sans"/>
                <a:cs typeface="DejaVu Sans"/>
              </a:rPr>
              <a:t>SCOPE</a:t>
            </a:r>
          </a:p>
        </p:txBody>
      </p:sp>
      <p:sp>
        <p:nvSpPr>
          <p:cNvPr id="9" name="pilot-caption-1">
            <a:extLst xmlns:a="http://schemas.openxmlformats.org/drawingml/2006/main">
              <a:ext uri="{FF2B5EF4-FFF2-40B4-BE49-F238E27FC236}">
                <a16:creationId xmlns:a16="http://schemas.microsoft.com/office/drawing/2014/main" id="{3685B789-11BB-4DA9-B00B-547C0B01EEB6}"/>
              </a:ext>
            </a:extLst>
          </p:cNvPr>
          <p:cNvSpPr>
            <a:spLocks xmlns:a="http://schemas.openxmlformats.org/drawingml/2006/main" noGrp="1"/>
          </p:cNvSpPr>
          <p:nvPr/>
        </p:nvSpPr>
        <p:spPr>
          <a:xfrm xmlns:a="http://schemas.openxmlformats.org/drawingml/2006/main">
            <a:off x="7105650" y="2752725"/>
            <a:ext cx="44481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123E4F"/>
                </a:solidFill>
                <a:latin typeface="DejaVu Sans"/>
                <a:ea typeface="DejaVu Sans"/>
                <a:cs typeface="DejaVu Sans"/>
              </a:defRPr>
            </a:defPPr>
            <a:lvl1pPr>
              <a:defRPr sz="1725" b="0">
                <a:solidFill>
                  <a:srgbClr val="123E4F"/>
                </a:solidFill>
                <a:latin typeface="DejaVu Sans"/>
                <a:ea typeface="DejaVu Sans"/>
                <a:cs typeface="DejaVu Sans"/>
              </a:defRPr>
            </a:lvl1pPr>
            <a:lvl2pPr>
              <a:defRPr sz="1725" b="0">
                <a:solidFill>
                  <a:srgbClr val="123E4F"/>
                </a:solidFill>
                <a:latin typeface="DejaVu Sans"/>
                <a:ea typeface="DejaVu Sans"/>
                <a:cs typeface="DejaVu Sans"/>
              </a:defRPr>
            </a:lvl2pPr>
            <a:lvl3pPr>
              <a:defRPr sz="1725" b="0">
                <a:solidFill>
                  <a:srgbClr val="123E4F"/>
                </a:solidFill>
                <a:latin typeface="DejaVu Sans"/>
                <a:ea typeface="DejaVu Sans"/>
                <a:cs typeface="DejaVu Sans"/>
              </a:defRPr>
            </a:lvl3pPr>
            <a:lvl4pPr>
              <a:defRPr sz="1725" b="0">
                <a:solidFill>
                  <a:srgbClr val="123E4F"/>
                </a:solidFill>
                <a:latin typeface="DejaVu Sans"/>
                <a:ea typeface="DejaVu Sans"/>
                <a:cs typeface="DejaVu Sans"/>
              </a:defRPr>
            </a:lvl4pPr>
            <a:lvl5pPr>
              <a:defRPr sz="1725" b="0">
                <a:solidFill>
                  <a:srgbClr val="123E4F"/>
                </a:solidFill>
                <a:latin typeface="DejaVu Sans"/>
                <a:ea typeface="DejaVu Sans"/>
                <a:cs typeface="DejaVu Sans"/>
              </a:defRPr>
            </a:lvl5pPr>
            <a:lvl6pPr>
              <a:defRPr sz="1725" b="0">
                <a:solidFill>
                  <a:srgbClr val="123E4F"/>
                </a:solidFill>
                <a:latin typeface="DejaVu Sans"/>
                <a:ea typeface="DejaVu Sans"/>
                <a:cs typeface="DejaVu Sans"/>
              </a:defRPr>
            </a:lvl6pPr>
            <a:lvl7pPr>
              <a:defRPr sz="1725" b="0">
                <a:solidFill>
                  <a:srgbClr val="123E4F"/>
                </a:solidFill>
                <a:latin typeface="DejaVu Sans"/>
                <a:ea typeface="DejaVu Sans"/>
                <a:cs typeface="DejaVu Sans"/>
              </a:defRPr>
            </a:lvl7pPr>
            <a:lvl8pPr>
              <a:defRPr sz="1725" b="0">
                <a:solidFill>
                  <a:srgbClr val="123E4F"/>
                </a:solidFill>
                <a:latin typeface="DejaVu Sans"/>
                <a:ea typeface="DejaVu Sans"/>
                <a:cs typeface="DejaVu Sans"/>
              </a:defRPr>
            </a:lvl8pPr>
            <a:lvl9pPr>
              <a:defRPr sz="1725" b="0">
                <a:solidFill>
                  <a:srgbClr val="123E4F"/>
                </a:solidFill>
                <a:latin typeface="DejaVu Sans"/>
                <a:ea typeface="DejaVu Sans"/>
                <a:cs typeface="DejaVu Sans"/>
              </a:defRPr>
            </a:lvl9pPr>
          </a:lstStyle>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One task. One owner.</a:t>
            </a:r>
          </a:p>
        </p:txBody>
      </p:sp>
      <p:sp>
        <p:nvSpPr>
          <p:cNvPr id="10" name="pilot-week-2">
            <a:extLst xmlns:a="http://schemas.openxmlformats.org/drawingml/2006/main">
              <a:ext uri="{FF2B5EF4-FFF2-40B4-BE49-F238E27FC236}">
                <a16:creationId xmlns:a16="http://schemas.microsoft.com/office/drawing/2014/main" id="{52A4A256-7B4F-4D37-857A-1E0186365CCB}"/>
              </a:ext>
            </a:extLst>
          </p:cNvPr>
          <p:cNvSpPr>
            <a:spLocks xmlns:a="http://schemas.openxmlformats.org/drawingml/2006/main" noGrp="1"/>
          </p:cNvSpPr>
          <p:nvPr/>
        </p:nvSpPr>
        <p:spPr>
          <a:xfrm xmlns:a="http://schemas.openxmlformats.org/drawingml/2006/main">
            <a:off x="7105650" y="3295650"/>
            <a:ext cx="1047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007D87"/>
                </a:solidFill>
                <a:latin typeface="DejaVu Sans"/>
                <a:ea typeface="DejaVu Sans"/>
                <a:cs typeface="DejaVu Sans"/>
              </a:defRPr>
            </a:defPPr>
            <a:lvl1pPr>
              <a:defRPr sz="1350" b="1">
                <a:solidFill>
                  <a:srgbClr val="007D87"/>
                </a:solidFill>
                <a:latin typeface="DejaVu Sans"/>
                <a:ea typeface="DejaVu Sans"/>
                <a:cs typeface="DejaVu Sans"/>
              </a:defRPr>
            </a:lvl1pPr>
            <a:lvl2pPr>
              <a:defRPr sz="1350" b="1">
                <a:solidFill>
                  <a:srgbClr val="007D87"/>
                </a:solidFill>
                <a:latin typeface="DejaVu Sans"/>
                <a:ea typeface="DejaVu Sans"/>
                <a:cs typeface="DejaVu Sans"/>
              </a:defRPr>
            </a:lvl2pPr>
            <a:lvl3pPr>
              <a:defRPr sz="1350" b="1">
                <a:solidFill>
                  <a:srgbClr val="007D87"/>
                </a:solidFill>
                <a:latin typeface="DejaVu Sans"/>
                <a:ea typeface="DejaVu Sans"/>
                <a:cs typeface="DejaVu Sans"/>
              </a:defRPr>
            </a:lvl3pPr>
            <a:lvl4pPr>
              <a:defRPr sz="1350" b="1">
                <a:solidFill>
                  <a:srgbClr val="007D87"/>
                </a:solidFill>
                <a:latin typeface="DejaVu Sans"/>
                <a:ea typeface="DejaVu Sans"/>
                <a:cs typeface="DejaVu Sans"/>
              </a:defRPr>
            </a:lvl4pPr>
            <a:lvl5pPr>
              <a:defRPr sz="1350" b="1">
                <a:solidFill>
                  <a:srgbClr val="007D87"/>
                </a:solidFill>
                <a:latin typeface="DejaVu Sans"/>
                <a:ea typeface="DejaVu Sans"/>
                <a:cs typeface="DejaVu Sans"/>
              </a:defRPr>
            </a:lvl5pPr>
            <a:lvl6pPr>
              <a:defRPr sz="1350" b="1">
                <a:solidFill>
                  <a:srgbClr val="007D87"/>
                </a:solidFill>
                <a:latin typeface="DejaVu Sans"/>
                <a:ea typeface="DejaVu Sans"/>
                <a:cs typeface="DejaVu Sans"/>
              </a:defRPr>
            </a:lvl6pPr>
            <a:lvl7pPr>
              <a:defRPr sz="1350" b="1">
                <a:solidFill>
                  <a:srgbClr val="007D87"/>
                </a:solidFill>
                <a:latin typeface="DejaVu Sans"/>
                <a:ea typeface="DejaVu Sans"/>
                <a:cs typeface="DejaVu Sans"/>
              </a:defRPr>
            </a:lvl7pPr>
            <a:lvl8pPr>
              <a:defRPr sz="1350" b="1">
                <a:solidFill>
                  <a:srgbClr val="007D87"/>
                </a:solidFill>
                <a:latin typeface="DejaVu Sans"/>
                <a:ea typeface="DejaVu Sans"/>
                <a:cs typeface="DejaVu Sans"/>
              </a:defRPr>
            </a:lvl8pPr>
            <a:lvl9pPr>
              <a:defRPr sz="1350" b="1">
                <a:solidFill>
                  <a:srgbClr val="007D87"/>
                </a:solidFill>
                <a:latin typeface="DejaVu Sans"/>
                <a:ea typeface="DejaVu Sans"/>
                <a:cs typeface="DejaVu Sans"/>
              </a:defRPr>
            </a:lvl9pPr>
          </a:lstStyle>
          <a:p xmlns:a="http://schemas.openxmlformats.org/drawingml/2006/main">
            <a:pPr>
              <a:defRPr sz="1350" b="1">
                <a:solidFill>
                  <a:srgbClr val="007D87"/>
                </a:solidFill>
                <a:latin typeface="DejaVu Sans"/>
                <a:ea typeface="DejaVu Sans"/>
                <a:cs typeface="DejaVu Sans"/>
              </a:defRPr>
            </a:pPr>
            <a:r>
              <a:rPr sz="1350" b="1">
                <a:solidFill>
                  <a:srgbClr val="007D87"/>
                </a:solidFill>
                <a:latin typeface="DejaVu Sans"/>
                <a:ea typeface="DejaVu Sans"/>
                <a:cs typeface="DejaVu Sans"/>
              </a:rPr>
              <a:t>WEEK 2</a:t>
            </a:r>
          </a:p>
        </p:txBody>
      </p:sp>
      <p:sp>
        <p:nvSpPr>
          <p:cNvPr id="11" name="pilot-head-2">
            <a:extLst xmlns:a="http://schemas.openxmlformats.org/drawingml/2006/main">
              <a:ext uri="{FF2B5EF4-FFF2-40B4-BE49-F238E27FC236}">
                <a16:creationId xmlns:a16="http://schemas.microsoft.com/office/drawing/2014/main" id="{6CA36E6A-A481-49A7-81EE-BF046F08A8BF}"/>
              </a:ext>
            </a:extLst>
          </p:cNvPr>
          <p:cNvSpPr>
            <a:spLocks xmlns:a="http://schemas.openxmlformats.org/drawingml/2006/main" noGrp="1"/>
          </p:cNvSpPr>
          <p:nvPr/>
        </p:nvSpPr>
        <p:spPr>
          <a:xfrm xmlns:a="http://schemas.openxmlformats.org/drawingml/2006/main">
            <a:off x="8258175" y="3209925"/>
            <a:ext cx="32289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1">
                <a:solidFill>
                  <a:srgbClr val="123E4F"/>
                </a:solidFill>
                <a:latin typeface="DejaVu Sans"/>
                <a:ea typeface="DejaVu Sans"/>
                <a:cs typeface="DejaVu Sans"/>
              </a:defRPr>
            </a:defPPr>
            <a:lvl1pPr>
              <a:defRPr sz="2325" b="1">
                <a:solidFill>
                  <a:srgbClr val="123E4F"/>
                </a:solidFill>
                <a:latin typeface="DejaVu Sans"/>
                <a:ea typeface="DejaVu Sans"/>
                <a:cs typeface="DejaVu Sans"/>
              </a:defRPr>
            </a:lvl1pPr>
            <a:lvl2pPr>
              <a:defRPr sz="2325" b="1">
                <a:solidFill>
                  <a:srgbClr val="123E4F"/>
                </a:solidFill>
                <a:latin typeface="DejaVu Sans"/>
                <a:ea typeface="DejaVu Sans"/>
                <a:cs typeface="DejaVu Sans"/>
              </a:defRPr>
            </a:lvl2pPr>
            <a:lvl3pPr>
              <a:defRPr sz="2325" b="1">
                <a:solidFill>
                  <a:srgbClr val="123E4F"/>
                </a:solidFill>
                <a:latin typeface="DejaVu Sans"/>
                <a:ea typeface="DejaVu Sans"/>
                <a:cs typeface="DejaVu Sans"/>
              </a:defRPr>
            </a:lvl3pPr>
            <a:lvl4pPr>
              <a:defRPr sz="2325" b="1">
                <a:solidFill>
                  <a:srgbClr val="123E4F"/>
                </a:solidFill>
                <a:latin typeface="DejaVu Sans"/>
                <a:ea typeface="DejaVu Sans"/>
                <a:cs typeface="DejaVu Sans"/>
              </a:defRPr>
            </a:lvl4pPr>
            <a:lvl5pPr>
              <a:defRPr sz="2325" b="1">
                <a:solidFill>
                  <a:srgbClr val="123E4F"/>
                </a:solidFill>
                <a:latin typeface="DejaVu Sans"/>
                <a:ea typeface="DejaVu Sans"/>
                <a:cs typeface="DejaVu Sans"/>
              </a:defRPr>
            </a:lvl5pPr>
            <a:lvl6pPr>
              <a:defRPr sz="2325" b="1">
                <a:solidFill>
                  <a:srgbClr val="123E4F"/>
                </a:solidFill>
                <a:latin typeface="DejaVu Sans"/>
                <a:ea typeface="DejaVu Sans"/>
                <a:cs typeface="DejaVu Sans"/>
              </a:defRPr>
            </a:lvl6pPr>
            <a:lvl7pPr>
              <a:defRPr sz="2325" b="1">
                <a:solidFill>
                  <a:srgbClr val="123E4F"/>
                </a:solidFill>
                <a:latin typeface="DejaVu Sans"/>
                <a:ea typeface="DejaVu Sans"/>
                <a:cs typeface="DejaVu Sans"/>
              </a:defRPr>
            </a:lvl7pPr>
            <a:lvl8pPr>
              <a:defRPr sz="2325" b="1">
                <a:solidFill>
                  <a:srgbClr val="123E4F"/>
                </a:solidFill>
                <a:latin typeface="DejaVu Sans"/>
                <a:ea typeface="DejaVu Sans"/>
                <a:cs typeface="DejaVu Sans"/>
              </a:defRPr>
            </a:lvl8pPr>
            <a:lvl9pPr>
              <a:defRPr sz="2325" b="1">
                <a:solidFill>
                  <a:srgbClr val="123E4F"/>
                </a:solidFill>
                <a:latin typeface="DejaVu Sans"/>
                <a:ea typeface="DejaVu Sans"/>
                <a:cs typeface="DejaVu Sans"/>
              </a:defRPr>
            </a:lvl9pPr>
          </a:lstStyle>
          <a:p xmlns:a="http://schemas.openxmlformats.org/drawingml/2006/main">
            <a:pPr>
              <a:defRPr sz="2325" b="1">
                <a:solidFill>
                  <a:srgbClr val="123E4F"/>
                </a:solidFill>
                <a:latin typeface="DejaVu Sans"/>
                <a:ea typeface="DejaVu Sans"/>
                <a:cs typeface="DejaVu Sans"/>
              </a:defRPr>
            </a:pPr>
            <a:r>
              <a:rPr sz="2325" b="1">
                <a:solidFill>
                  <a:srgbClr val="123E4F"/>
                </a:solidFill>
                <a:latin typeface="DejaVu Sans"/>
                <a:ea typeface="DejaVu Sans"/>
                <a:cs typeface="DejaVu Sans"/>
              </a:rPr>
              <a:t>TEST</a:t>
            </a:r>
          </a:p>
        </p:txBody>
      </p:sp>
      <p:sp>
        <p:nvSpPr>
          <p:cNvPr id="12" name="pilot-caption-2">
            <a:extLst xmlns:a="http://schemas.openxmlformats.org/drawingml/2006/main">
              <a:ext uri="{FF2B5EF4-FFF2-40B4-BE49-F238E27FC236}">
                <a16:creationId xmlns:a16="http://schemas.microsoft.com/office/drawing/2014/main" id="{210DFE79-DB63-4419-96A6-B1A664075FEF}"/>
              </a:ext>
            </a:extLst>
          </p:cNvPr>
          <p:cNvSpPr>
            <a:spLocks xmlns:a="http://schemas.openxmlformats.org/drawingml/2006/main" noGrp="1"/>
          </p:cNvSpPr>
          <p:nvPr/>
        </p:nvSpPr>
        <p:spPr>
          <a:xfrm xmlns:a="http://schemas.openxmlformats.org/drawingml/2006/main">
            <a:off x="7105650" y="3695700"/>
            <a:ext cx="44481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123E4F"/>
                </a:solidFill>
                <a:latin typeface="DejaVu Sans"/>
                <a:ea typeface="DejaVu Sans"/>
                <a:cs typeface="DejaVu Sans"/>
              </a:defRPr>
            </a:defPPr>
            <a:lvl1pPr>
              <a:defRPr sz="1725" b="0">
                <a:solidFill>
                  <a:srgbClr val="123E4F"/>
                </a:solidFill>
                <a:latin typeface="DejaVu Sans"/>
                <a:ea typeface="DejaVu Sans"/>
                <a:cs typeface="DejaVu Sans"/>
              </a:defRPr>
            </a:lvl1pPr>
            <a:lvl2pPr>
              <a:defRPr sz="1725" b="0">
                <a:solidFill>
                  <a:srgbClr val="123E4F"/>
                </a:solidFill>
                <a:latin typeface="DejaVu Sans"/>
                <a:ea typeface="DejaVu Sans"/>
                <a:cs typeface="DejaVu Sans"/>
              </a:defRPr>
            </a:lvl2pPr>
            <a:lvl3pPr>
              <a:defRPr sz="1725" b="0">
                <a:solidFill>
                  <a:srgbClr val="123E4F"/>
                </a:solidFill>
                <a:latin typeface="DejaVu Sans"/>
                <a:ea typeface="DejaVu Sans"/>
                <a:cs typeface="DejaVu Sans"/>
              </a:defRPr>
            </a:lvl3pPr>
            <a:lvl4pPr>
              <a:defRPr sz="1725" b="0">
                <a:solidFill>
                  <a:srgbClr val="123E4F"/>
                </a:solidFill>
                <a:latin typeface="DejaVu Sans"/>
                <a:ea typeface="DejaVu Sans"/>
                <a:cs typeface="DejaVu Sans"/>
              </a:defRPr>
            </a:lvl4pPr>
            <a:lvl5pPr>
              <a:defRPr sz="1725" b="0">
                <a:solidFill>
                  <a:srgbClr val="123E4F"/>
                </a:solidFill>
                <a:latin typeface="DejaVu Sans"/>
                <a:ea typeface="DejaVu Sans"/>
                <a:cs typeface="DejaVu Sans"/>
              </a:defRPr>
            </a:lvl5pPr>
            <a:lvl6pPr>
              <a:defRPr sz="1725" b="0">
                <a:solidFill>
                  <a:srgbClr val="123E4F"/>
                </a:solidFill>
                <a:latin typeface="DejaVu Sans"/>
                <a:ea typeface="DejaVu Sans"/>
                <a:cs typeface="DejaVu Sans"/>
              </a:defRPr>
            </a:lvl6pPr>
            <a:lvl7pPr>
              <a:defRPr sz="1725" b="0">
                <a:solidFill>
                  <a:srgbClr val="123E4F"/>
                </a:solidFill>
                <a:latin typeface="DejaVu Sans"/>
                <a:ea typeface="DejaVu Sans"/>
                <a:cs typeface="DejaVu Sans"/>
              </a:defRPr>
            </a:lvl7pPr>
            <a:lvl8pPr>
              <a:defRPr sz="1725" b="0">
                <a:solidFill>
                  <a:srgbClr val="123E4F"/>
                </a:solidFill>
                <a:latin typeface="DejaVu Sans"/>
                <a:ea typeface="DejaVu Sans"/>
                <a:cs typeface="DejaVu Sans"/>
              </a:defRPr>
            </a:lvl8pPr>
            <a:lvl9pPr>
              <a:defRPr sz="1725" b="0">
                <a:solidFill>
                  <a:srgbClr val="123E4F"/>
                </a:solidFill>
                <a:latin typeface="DejaVu Sans"/>
                <a:ea typeface="DejaVu Sans"/>
                <a:cs typeface="DejaVu Sans"/>
              </a:defRPr>
            </a:lvl9pPr>
          </a:lstStyle>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Fictional cases. Log errors.</a:t>
            </a:r>
          </a:p>
        </p:txBody>
      </p:sp>
      <p:sp>
        <p:nvSpPr>
          <p:cNvPr id="13" name="pilot-week-3">
            <a:extLst xmlns:a="http://schemas.openxmlformats.org/drawingml/2006/main">
              <a:ext uri="{FF2B5EF4-FFF2-40B4-BE49-F238E27FC236}">
                <a16:creationId xmlns:a16="http://schemas.microsoft.com/office/drawing/2014/main" id="{67C3153F-9FC8-4C64-AEB3-693AAB0D3F77}"/>
              </a:ext>
            </a:extLst>
          </p:cNvPr>
          <p:cNvSpPr>
            <a:spLocks xmlns:a="http://schemas.openxmlformats.org/drawingml/2006/main" noGrp="1"/>
          </p:cNvSpPr>
          <p:nvPr/>
        </p:nvSpPr>
        <p:spPr>
          <a:xfrm xmlns:a="http://schemas.openxmlformats.org/drawingml/2006/main">
            <a:off x="7105650" y="4238625"/>
            <a:ext cx="1047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007D87"/>
                </a:solidFill>
                <a:latin typeface="DejaVu Sans"/>
                <a:ea typeface="DejaVu Sans"/>
                <a:cs typeface="DejaVu Sans"/>
              </a:defRPr>
            </a:defPPr>
            <a:lvl1pPr>
              <a:defRPr sz="1350" b="1">
                <a:solidFill>
                  <a:srgbClr val="007D87"/>
                </a:solidFill>
                <a:latin typeface="DejaVu Sans"/>
                <a:ea typeface="DejaVu Sans"/>
                <a:cs typeface="DejaVu Sans"/>
              </a:defRPr>
            </a:lvl1pPr>
            <a:lvl2pPr>
              <a:defRPr sz="1350" b="1">
                <a:solidFill>
                  <a:srgbClr val="007D87"/>
                </a:solidFill>
                <a:latin typeface="DejaVu Sans"/>
                <a:ea typeface="DejaVu Sans"/>
                <a:cs typeface="DejaVu Sans"/>
              </a:defRPr>
            </a:lvl2pPr>
            <a:lvl3pPr>
              <a:defRPr sz="1350" b="1">
                <a:solidFill>
                  <a:srgbClr val="007D87"/>
                </a:solidFill>
                <a:latin typeface="DejaVu Sans"/>
                <a:ea typeface="DejaVu Sans"/>
                <a:cs typeface="DejaVu Sans"/>
              </a:defRPr>
            </a:lvl3pPr>
            <a:lvl4pPr>
              <a:defRPr sz="1350" b="1">
                <a:solidFill>
                  <a:srgbClr val="007D87"/>
                </a:solidFill>
                <a:latin typeface="DejaVu Sans"/>
                <a:ea typeface="DejaVu Sans"/>
                <a:cs typeface="DejaVu Sans"/>
              </a:defRPr>
            </a:lvl4pPr>
            <a:lvl5pPr>
              <a:defRPr sz="1350" b="1">
                <a:solidFill>
                  <a:srgbClr val="007D87"/>
                </a:solidFill>
                <a:latin typeface="DejaVu Sans"/>
                <a:ea typeface="DejaVu Sans"/>
                <a:cs typeface="DejaVu Sans"/>
              </a:defRPr>
            </a:lvl5pPr>
            <a:lvl6pPr>
              <a:defRPr sz="1350" b="1">
                <a:solidFill>
                  <a:srgbClr val="007D87"/>
                </a:solidFill>
                <a:latin typeface="DejaVu Sans"/>
                <a:ea typeface="DejaVu Sans"/>
                <a:cs typeface="DejaVu Sans"/>
              </a:defRPr>
            </a:lvl6pPr>
            <a:lvl7pPr>
              <a:defRPr sz="1350" b="1">
                <a:solidFill>
                  <a:srgbClr val="007D87"/>
                </a:solidFill>
                <a:latin typeface="DejaVu Sans"/>
                <a:ea typeface="DejaVu Sans"/>
                <a:cs typeface="DejaVu Sans"/>
              </a:defRPr>
            </a:lvl7pPr>
            <a:lvl8pPr>
              <a:defRPr sz="1350" b="1">
                <a:solidFill>
                  <a:srgbClr val="007D87"/>
                </a:solidFill>
                <a:latin typeface="DejaVu Sans"/>
                <a:ea typeface="DejaVu Sans"/>
                <a:cs typeface="DejaVu Sans"/>
              </a:defRPr>
            </a:lvl8pPr>
            <a:lvl9pPr>
              <a:defRPr sz="1350" b="1">
                <a:solidFill>
                  <a:srgbClr val="007D87"/>
                </a:solidFill>
                <a:latin typeface="DejaVu Sans"/>
                <a:ea typeface="DejaVu Sans"/>
                <a:cs typeface="DejaVu Sans"/>
              </a:defRPr>
            </a:lvl9pPr>
          </a:lstStyle>
          <a:p xmlns:a="http://schemas.openxmlformats.org/drawingml/2006/main">
            <a:pPr>
              <a:defRPr sz="1350" b="1">
                <a:solidFill>
                  <a:srgbClr val="007D87"/>
                </a:solidFill>
                <a:latin typeface="DejaVu Sans"/>
                <a:ea typeface="DejaVu Sans"/>
                <a:cs typeface="DejaVu Sans"/>
              </a:defRPr>
            </a:pPr>
            <a:r>
              <a:rPr sz="1350" b="1">
                <a:solidFill>
                  <a:srgbClr val="007D87"/>
                </a:solidFill>
                <a:latin typeface="DejaVu Sans"/>
                <a:ea typeface="DejaVu Sans"/>
                <a:cs typeface="DejaVu Sans"/>
              </a:rPr>
              <a:t>WEEK 3</a:t>
            </a:r>
          </a:p>
        </p:txBody>
      </p:sp>
      <p:sp>
        <p:nvSpPr>
          <p:cNvPr id="14" name="pilot-head-3">
            <a:extLst xmlns:a="http://schemas.openxmlformats.org/drawingml/2006/main">
              <a:ext uri="{FF2B5EF4-FFF2-40B4-BE49-F238E27FC236}">
                <a16:creationId xmlns:a16="http://schemas.microsoft.com/office/drawing/2014/main" id="{0EE273D6-16C6-4D53-89C0-1F48E661BF1E}"/>
              </a:ext>
            </a:extLst>
          </p:cNvPr>
          <p:cNvSpPr>
            <a:spLocks xmlns:a="http://schemas.openxmlformats.org/drawingml/2006/main" noGrp="1"/>
          </p:cNvSpPr>
          <p:nvPr/>
        </p:nvSpPr>
        <p:spPr>
          <a:xfrm xmlns:a="http://schemas.openxmlformats.org/drawingml/2006/main">
            <a:off x="8258175" y="4152900"/>
            <a:ext cx="32289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1">
                <a:solidFill>
                  <a:srgbClr val="123E4F"/>
                </a:solidFill>
                <a:latin typeface="DejaVu Sans"/>
                <a:ea typeface="DejaVu Sans"/>
                <a:cs typeface="DejaVu Sans"/>
              </a:defRPr>
            </a:defPPr>
            <a:lvl1pPr>
              <a:defRPr sz="2325" b="1">
                <a:solidFill>
                  <a:srgbClr val="123E4F"/>
                </a:solidFill>
                <a:latin typeface="DejaVu Sans"/>
                <a:ea typeface="DejaVu Sans"/>
                <a:cs typeface="DejaVu Sans"/>
              </a:defRPr>
            </a:lvl1pPr>
            <a:lvl2pPr>
              <a:defRPr sz="2325" b="1">
                <a:solidFill>
                  <a:srgbClr val="123E4F"/>
                </a:solidFill>
                <a:latin typeface="DejaVu Sans"/>
                <a:ea typeface="DejaVu Sans"/>
                <a:cs typeface="DejaVu Sans"/>
              </a:defRPr>
            </a:lvl2pPr>
            <a:lvl3pPr>
              <a:defRPr sz="2325" b="1">
                <a:solidFill>
                  <a:srgbClr val="123E4F"/>
                </a:solidFill>
                <a:latin typeface="DejaVu Sans"/>
                <a:ea typeface="DejaVu Sans"/>
                <a:cs typeface="DejaVu Sans"/>
              </a:defRPr>
            </a:lvl3pPr>
            <a:lvl4pPr>
              <a:defRPr sz="2325" b="1">
                <a:solidFill>
                  <a:srgbClr val="123E4F"/>
                </a:solidFill>
                <a:latin typeface="DejaVu Sans"/>
                <a:ea typeface="DejaVu Sans"/>
                <a:cs typeface="DejaVu Sans"/>
              </a:defRPr>
            </a:lvl4pPr>
            <a:lvl5pPr>
              <a:defRPr sz="2325" b="1">
                <a:solidFill>
                  <a:srgbClr val="123E4F"/>
                </a:solidFill>
                <a:latin typeface="DejaVu Sans"/>
                <a:ea typeface="DejaVu Sans"/>
                <a:cs typeface="DejaVu Sans"/>
              </a:defRPr>
            </a:lvl5pPr>
            <a:lvl6pPr>
              <a:defRPr sz="2325" b="1">
                <a:solidFill>
                  <a:srgbClr val="123E4F"/>
                </a:solidFill>
                <a:latin typeface="DejaVu Sans"/>
                <a:ea typeface="DejaVu Sans"/>
                <a:cs typeface="DejaVu Sans"/>
              </a:defRPr>
            </a:lvl6pPr>
            <a:lvl7pPr>
              <a:defRPr sz="2325" b="1">
                <a:solidFill>
                  <a:srgbClr val="123E4F"/>
                </a:solidFill>
                <a:latin typeface="DejaVu Sans"/>
                <a:ea typeface="DejaVu Sans"/>
                <a:cs typeface="DejaVu Sans"/>
              </a:defRPr>
            </a:lvl7pPr>
            <a:lvl8pPr>
              <a:defRPr sz="2325" b="1">
                <a:solidFill>
                  <a:srgbClr val="123E4F"/>
                </a:solidFill>
                <a:latin typeface="DejaVu Sans"/>
                <a:ea typeface="DejaVu Sans"/>
                <a:cs typeface="DejaVu Sans"/>
              </a:defRPr>
            </a:lvl8pPr>
            <a:lvl9pPr>
              <a:defRPr sz="2325" b="1">
                <a:solidFill>
                  <a:srgbClr val="123E4F"/>
                </a:solidFill>
                <a:latin typeface="DejaVu Sans"/>
                <a:ea typeface="DejaVu Sans"/>
                <a:cs typeface="DejaVu Sans"/>
              </a:defRPr>
            </a:lvl9pPr>
          </a:lstStyle>
          <a:p xmlns:a="http://schemas.openxmlformats.org/drawingml/2006/main">
            <a:pPr>
              <a:defRPr sz="2325" b="1">
                <a:solidFill>
                  <a:srgbClr val="123E4F"/>
                </a:solidFill>
                <a:latin typeface="DejaVu Sans"/>
                <a:ea typeface="DejaVu Sans"/>
                <a:cs typeface="DejaVu Sans"/>
              </a:defRPr>
            </a:pPr>
            <a:r>
              <a:rPr sz="2325" b="1">
                <a:solidFill>
                  <a:srgbClr val="123E4F"/>
                </a:solidFill>
                <a:latin typeface="DejaVu Sans"/>
                <a:ea typeface="DejaVu Sans"/>
                <a:cs typeface="DejaVu Sans"/>
              </a:rPr>
              <a:t>REVISE</a:t>
            </a:r>
          </a:p>
        </p:txBody>
      </p:sp>
      <p:sp>
        <p:nvSpPr>
          <p:cNvPr id="15" name="pilot-caption-3">
            <a:extLst xmlns:a="http://schemas.openxmlformats.org/drawingml/2006/main">
              <a:ext uri="{FF2B5EF4-FFF2-40B4-BE49-F238E27FC236}">
                <a16:creationId xmlns:a16="http://schemas.microsoft.com/office/drawing/2014/main" id="{E8C4D1DB-6A51-4993-9292-8EBB39CBFEE1}"/>
              </a:ext>
            </a:extLst>
          </p:cNvPr>
          <p:cNvSpPr>
            <a:spLocks xmlns:a="http://schemas.openxmlformats.org/drawingml/2006/main" noGrp="1"/>
          </p:cNvSpPr>
          <p:nvPr/>
        </p:nvSpPr>
        <p:spPr>
          <a:xfrm xmlns:a="http://schemas.openxmlformats.org/drawingml/2006/main">
            <a:off x="7105650" y="4638675"/>
            <a:ext cx="44481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123E4F"/>
                </a:solidFill>
                <a:latin typeface="DejaVu Sans"/>
                <a:ea typeface="DejaVu Sans"/>
                <a:cs typeface="DejaVu Sans"/>
              </a:defRPr>
            </a:defPPr>
            <a:lvl1pPr>
              <a:defRPr sz="1725" b="0">
                <a:solidFill>
                  <a:srgbClr val="123E4F"/>
                </a:solidFill>
                <a:latin typeface="DejaVu Sans"/>
                <a:ea typeface="DejaVu Sans"/>
                <a:cs typeface="DejaVu Sans"/>
              </a:defRPr>
            </a:lvl1pPr>
            <a:lvl2pPr>
              <a:defRPr sz="1725" b="0">
                <a:solidFill>
                  <a:srgbClr val="123E4F"/>
                </a:solidFill>
                <a:latin typeface="DejaVu Sans"/>
                <a:ea typeface="DejaVu Sans"/>
                <a:cs typeface="DejaVu Sans"/>
              </a:defRPr>
            </a:lvl2pPr>
            <a:lvl3pPr>
              <a:defRPr sz="1725" b="0">
                <a:solidFill>
                  <a:srgbClr val="123E4F"/>
                </a:solidFill>
                <a:latin typeface="DejaVu Sans"/>
                <a:ea typeface="DejaVu Sans"/>
                <a:cs typeface="DejaVu Sans"/>
              </a:defRPr>
            </a:lvl3pPr>
            <a:lvl4pPr>
              <a:defRPr sz="1725" b="0">
                <a:solidFill>
                  <a:srgbClr val="123E4F"/>
                </a:solidFill>
                <a:latin typeface="DejaVu Sans"/>
                <a:ea typeface="DejaVu Sans"/>
                <a:cs typeface="DejaVu Sans"/>
              </a:defRPr>
            </a:lvl4pPr>
            <a:lvl5pPr>
              <a:defRPr sz="1725" b="0">
                <a:solidFill>
                  <a:srgbClr val="123E4F"/>
                </a:solidFill>
                <a:latin typeface="DejaVu Sans"/>
                <a:ea typeface="DejaVu Sans"/>
                <a:cs typeface="DejaVu Sans"/>
              </a:defRPr>
            </a:lvl5pPr>
            <a:lvl6pPr>
              <a:defRPr sz="1725" b="0">
                <a:solidFill>
                  <a:srgbClr val="123E4F"/>
                </a:solidFill>
                <a:latin typeface="DejaVu Sans"/>
                <a:ea typeface="DejaVu Sans"/>
                <a:cs typeface="DejaVu Sans"/>
              </a:defRPr>
            </a:lvl6pPr>
            <a:lvl7pPr>
              <a:defRPr sz="1725" b="0">
                <a:solidFill>
                  <a:srgbClr val="123E4F"/>
                </a:solidFill>
                <a:latin typeface="DejaVu Sans"/>
                <a:ea typeface="DejaVu Sans"/>
                <a:cs typeface="DejaVu Sans"/>
              </a:defRPr>
            </a:lvl7pPr>
            <a:lvl8pPr>
              <a:defRPr sz="1725" b="0">
                <a:solidFill>
                  <a:srgbClr val="123E4F"/>
                </a:solidFill>
                <a:latin typeface="DejaVu Sans"/>
                <a:ea typeface="DejaVu Sans"/>
                <a:cs typeface="DejaVu Sans"/>
              </a:defRPr>
            </a:lvl8pPr>
            <a:lvl9pPr>
              <a:defRPr sz="1725" b="0">
                <a:solidFill>
                  <a:srgbClr val="123E4F"/>
                </a:solidFill>
                <a:latin typeface="DejaVu Sans"/>
                <a:ea typeface="DejaVu Sans"/>
                <a:cs typeface="DejaVu Sans"/>
              </a:defRPr>
            </a:lvl9pPr>
          </a:lstStyle>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Compare, correct, and retest.</a:t>
            </a:r>
          </a:p>
        </p:txBody>
      </p:sp>
      <p:sp>
        <p:nvSpPr>
          <p:cNvPr id="16" name="pilot-week-4">
            <a:extLst xmlns:a="http://schemas.openxmlformats.org/drawingml/2006/main">
              <a:ext uri="{FF2B5EF4-FFF2-40B4-BE49-F238E27FC236}">
                <a16:creationId xmlns:a16="http://schemas.microsoft.com/office/drawing/2014/main" id="{FC6B146A-AD56-4600-BA9C-42A397E7A70B}"/>
              </a:ext>
            </a:extLst>
          </p:cNvPr>
          <p:cNvSpPr>
            <a:spLocks xmlns:a="http://schemas.openxmlformats.org/drawingml/2006/main" noGrp="1"/>
          </p:cNvSpPr>
          <p:nvPr/>
        </p:nvSpPr>
        <p:spPr>
          <a:xfrm xmlns:a="http://schemas.openxmlformats.org/drawingml/2006/main">
            <a:off x="7105650" y="5181600"/>
            <a:ext cx="1047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WEEK 4</a:t>
            </a:r>
          </a:p>
        </p:txBody>
      </p:sp>
      <p:sp>
        <p:nvSpPr>
          <p:cNvPr id="17" name="pilot-head-4">
            <a:extLst xmlns:a="http://schemas.openxmlformats.org/drawingml/2006/main">
              <a:ext uri="{FF2B5EF4-FFF2-40B4-BE49-F238E27FC236}">
                <a16:creationId xmlns:a16="http://schemas.microsoft.com/office/drawing/2014/main" id="{B7D0E297-2D58-4C81-B5C9-0AC8487FA302}"/>
              </a:ext>
            </a:extLst>
          </p:cNvPr>
          <p:cNvSpPr>
            <a:spLocks xmlns:a="http://schemas.openxmlformats.org/drawingml/2006/main" noGrp="1"/>
          </p:cNvSpPr>
          <p:nvPr/>
        </p:nvSpPr>
        <p:spPr>
          <a:xfrm xmlns:a="http://schemas.openxmlformats.org/drawingml/2006/main">
            <a:off x="8258175" y="5095875"/>
            <a:ext cx="32289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1">
                <a:solidFill>
                  <a:srgbClr val="123E4F"/>
                </a:solidFill>
                <a:latin typeface="DejaVu Sans"/>
                <a:ea typeface="DejaVu Sans"/>
                <a:cs typeface="DejaVu Sans"/>
              </a:defRPr>
            </a:defPPr>
            <a:lvl1pPr>
              <a:defRPr sz="2325" b="1">
                <a:solidFill>
                  <a:srgbClr val="123E4F"/>
                </a:solidFill>
                <a:latin typeface="DejaVu Sans"/>
                <a:ea typeface="DejaVu Sans"/>
                <a:cs typeface="DejaVu Sans"/>
              </a:defRPr>
            </a:lvl1pPr>
            <a:lvl2pPr>
              <a:defRPr sz="2325" b="1">
                <a:solidFill>
                  <a:srgbClr val="123E4F"/>
                </a:solidFill>
                <a:latin typeface="DejaVu Sans"/>
                <a:ea typeface="DejaVu Sans"/>
                <a:cs typeface="DejaVu Sans"/>
              </a:defRPr>
            </a:lvl2pPr>
            <a:lvl3pPr>
              <a:defRPr sz="2325" b="1">
                <a:solidFill>
                  <a:srgbClr val="123E4F"/>
                </a:solidFill>
                <a:latin typeface="DejaVu Sans"/>
                <a:ea typeface="DejaVu Sans"/>
                <a:cs typeface="DejaVu Sans"/>
              </a:defRPr>
            </a:lvl3pPr>
            <a:lvl4pPr>
              <a:defRPr sz="2325" b="1">
                <a:solidFill>
                  <a:srgbClr val="123E4F"/>
                </a:solidFill>
                <a:latin typeface="DejaVu Sans"/>
                <a:ea typeface="DejaVu Sans"/>
                <a:cs typeface="DejaVu Sans"/>
              </a:defRPr>
            </a:lvl4pPr>
            <a:lvl5pPr>
              <a:defRPr sz="2325" b="1">
                <a:solidFill>
                  <a:srgbClr val="123E4F"/>
                </a:solidFill>
                <a:latin typeface="DejaVu Sans"/>
                <a:ea typeface="DejaVu Sans"/>
                <a:cs typeface="DejaVu Sans"/>
              </a:defRPr>
            </a:lvl5pPr>
            <a:lvl6pPr>
              <a:defRPr sz="2325" b="1">
                <a:solidFill>
                  <a:srgbClr val="123E4F"/>
                </a:solidFill>
                <a:latin typeface="DejaVu Sans"/>
                <a:ea typeface="DejaVu Sans"/>
                <a:cs typeface="DejaVu Sans"/>
              </a:defRPr>
            </a:lvl6pPr>
            <a:lvl7pPr>
              <a:defRPr sz="2325" b="1">
                <a:solidFill>
                  <a:srgbClr val="123E4F"/>
                </a:solidFill>
                <a:latin typeface="DejaVu Sans"/>
                <a:ea typeface="DejaVu Sans"/>
                <a:cs typeface="DejaVu Sans"/>
              </a:defRPr>
            </a:lvl7pPr>
            <a:lvl8pPr>
              <a:defRPr sz="2325" b="1">
                <a:solidFill>
                  <a:srgbClr val="123E4F"/>
                </a:solidFill>
                <a:latin typeface="DejaVu Sans"/>
                <a:ea typeface="DejaVu Sans"/>
                <a:cs typeface="DejaVu Sans"/>
              </a:defRPr>
            </a:lvl8pPr>
            <a:lvl9pPr>
              <a:defRPr sz="2325" b="1">
                <a:solidFill>
                  <a:srgbClr val="123E4F"/>
                </a:solidFill>
                <a:latin typeface="DejaVu Sans"/>
                <a:ea typeface="DejaVu Sans"/>
                <a:cs typeface="DejaVu Sans"/>
              </a:defRPr>
            </a:lvl9pPr>
          </a:lstStyle>
          <a:p xmlns:a="http://schemas.openxmlformats.org/drawingml/2006/main">
            <a:pPr>
              <a:defRPr sz="2325" b="1">
                <a:solidFill>
                  <a:srgbClr val="123E4F"/>
                </a:solidFill>
                <a:latin typeface="DejaVu Sans"/>
                <a:ea typeface="DejaVu Sans"/>
                <a:cs typeface="DejaVu Sans"/>
              </a:defRPr>
            </a:pPr>
            <a:r>
              <a:rPr sz="2325" b="1">
                <a:solidFill>
                  <a:srgbClr val="123E4F"/>
                </a:solidFill>
                <a:latin typeface="DejaVu Sans"/>
                <a:ea typeface="DejaVu Sans"/>
                <a:cs typeface="DejaVu Sans"/>
              </a:rPr>
              <a:t>DECIDE</a:t>
            </a:r>
          </a:p>
        </p:txBody>
      </p:sp>
      <p:sp>
        <p:nvSpPr>
          <p:cNvPr id="18" name="pilot-caption-4">
            <a:extLst xmlns:a="http://schemas.openxmlformats.org/drawingml/2006/main">
              <a:ext uri="{FF2B5EF4-FFF2-40B4-BE49-F238E27FC236}">
                <a16:creationId xmlns:a16="http://schemas.microsoft.com/office/drawing/2014/main" id="{6D906221-24E0-4815-89C2-13A5EC12D62D}"/>
              </a:ext>
            </a:extLst>
          </p:cNvPr>
          <p:cNvSpPr>
            <a:spLocks xmlns:a="http://schemas.openxmlformats.org/drawingml/2006/main" noGrp="1"/>
          </p:cNvSpPr>
          <p:nvPr/>
        </p:nvSpPr>
        <p:spPr>
          <a:xfrm xmlns:a="http://schemas.openxmlformats.org/drawingml/2006/main">
            <a:off x="7105650" y="5581650"/>
            <a:ext cx="44481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123E4F"/>
                </a:solidFill>
                <a:latin typeface="DejaVu Sans"/>
                <a:ea typeface="DejaVu Sans"/>
                <a:cs typeface="DejaVu Sans"/>
              </a:defRPr>
            </a:defPPr>
            <a:lvl1pPr>
              <a:defRPr sz="1725" b="0">
                <a:solidFill>
                  <a:srgbClr val="123E4F"/>
                </a:solidFill>
                <a:latin typeface="DejaVu Sans"/>
                <a:ea typeface="DejaVu Sans"/>
                <a:cs typeface="DejaVu Sans"/>
              </a:defRPr>
            </a:lvl1pPr>
            <a:lvl2pPr>
              <a:defRPr sz="1725" b="0">
                <a:solidFill>
                  <a:srgbClr val="123E4F"/>
                </a:solidFill>
                <a:latin typeface="DejaVu Sans"/>
                <a:ea typeface="DejaVu Sans"/>
                <a:cs typeface="DejaVu Sans"/>
              </a:defRPr>
            </a:lvl2pPr>
            <a:lvl3pPr>
              <a:defRPr sz="1725" b="0">
                <a:solidFill>
                  <a:srgbClr val="123E4F"/>
                </a:solidFill>
                <a:latin typeface="DejaVu Sans"/>
                <a:ea typeface="DejaVu Sans"/>
                <a:cs typeface="DejaVu Sans"/>
              </a:defRPr>
            </a:lvl3pPr>
            <a:lvl4pPr>
              <a:defRPr sz="1725" b="0">
                <a:solidFill>
                  <a:srgbClr val="123E4F"/>
                </a:solidFill>
                <a:latin typeface="DejaVu Sans"/>
                <a:ea typeface="DejaVu Sans"/>
                <a:cs typeface="DejaVu Sans"/>
              </a:defRPr>
            </a:lvl4pPr>
            <a:lvl5pPr>
              <a:defRPr sz="1725" b="0">
                <a:solidFill>
                  <a:srgbClr val="123E4F"/>
                </a:solidFill>
                <a:latin typeface="DejaVu Sans"/>
                <a:ea typeface="DejaVu Sans"/>
                <a:cs typeface="DejaVu Sans"/>
              </a:defRPr>
            </a:lvl5pPr>
            <a:lvl6pPr>
              <a:defRPr sz="1725" b="0">
                <a:solidFill>
                  <a:srgbClr val="123E4F"/>
                </a:solidFill>
                <a:latin typeface="DejaVu Sans"/>
                <a:ea typeface="DejaVu Sans"/>
                <a:cs typeface="DejaVu Sans"/>
              </a:defRPr>
            </a:lvl6pPr>
            <a:lvl7pPr>
              <a:defRPr sz="1725" b="0">
                <a:solidFill>
                  <a:srgbClr val="123E4F"/>
                </a:solidFill>
                <a:latin typeface="DejaVu Sans"/>
                <a:ea typeface="DejaVu Sans"/>
                <a:cs typeface="DejaVu Sans"/>
              </a:defRPr>
            </a:lvl7pPr>
            <a:lvl8pPr>
              <a:defRPr sz="1725" b="0">
                <a:solidFill>
                  <a:srgbClr val="123E4F"/>
                </a:solidFill>
                <a:latin typeface="DejaVu Sans"/>
                <a:ea typeface="DejaVu Sans"/>
                <a:cs typeface="DejaVu Sans"/>
              </a:defRPr>
            </a:lvl8pPr>
            <a:lvl9pPr>
              <a:defRPr sz="1725" b="0">
                <a:solidFill>
                  <a:srgbClr val="123E4F"/>
                </a:solidFill>
                <a:latin typeface="DejaVu Sans"/>
                <a:ea typeface="DejaVu Sans"/>
                <a:cs typeface="DejaVu Sans"/>
              </a:defRPr>
            </a:lvl9pPr>
          </a:lstStyle>
          <a:p xmlns:a="http://schemas.openxmlformats.org/drawingml/2006/main">
            <a:pPr>
              <a:defRPr sz="1725" b="0">
                <a:solidFill>
                  <a:srgbClr val="123E4F"/>
                </a:solidFill>
                <a:latin typeface="DejaVu Sans"/>
                <a:ea typeface="DejaVu Sans"/>
                <a:cs typeface="DejaVu Sans"/>
              </a:defRPr>
            </a:pPr>
            <a:r>
              <a:rPr sz="1725" b="0">
                <a:solidFill>
                  <a:srgbClr val="123E4F"/>
                </a:solidFill>
                <a:latin typeface="DejaVu Sans"/>
                <a:ea typeface="DejaVu Sans"/>
                <a:cs typeface="DejaVu Sans"/>
              </a:rPr>
              <a:t>Proceed, revise, or stop.</a:t>
            </a:r>
          </a:p>
        </p:txBody>
      </p:sp>
    </p:spTree>
    <p:extLst>
      <p:ext uri="{BB962C8B-B14F-4D97-AF65-F5344CB8AC3E}">
        <p14:creationId xmlns:p14="http://schemas.microsoft.com/office/powerpoint/2010/main" val="9790246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F870626-27B3-4D5F-B127-2BC67A6B4BEB}"/>
              </a:ext>
            </a:extLst>
          </p:cNvPr>
          <p:cNvPicPr>
            <a:picLocks xmlns:a="http://schemas.openxmlformats.org/drawingml/2006/main" noChangeAspect="1"/>
          </p:cNvPicPr>
          <p:nvPr/>
        </p:nvPicPr>
        <p:blipFill>
          <a:blip xmlns:r="http://schemas.openxmlformats.org/officeDocument/2006/relationships" xmlns:a="http://schemas.openxmlformats.org/drawingml/2006/main" r:embed="R6546d395d4bb438a"/>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5A793E7B-FAD2-4AF7-92FF-3A0559852B14}"/>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Your next review-cycle decision</a:t>
            </a:r>
          </a:p>
        </p:txBody>
      </p:sp>
      <p:sp>
        <p:nvSpPr>
          <p:cNvPr id="4" name="subtitle">
            <a:extLst xmlns:a="http://schemas.openxmlformats.org/drawingml/2006/main">
              <a:ext uri="{FF2B5EF4-FFF2-40B4-BE49-F238E27FC236}">
                <a16:creationId xmlns:a16="http://schemas.microsoft.com/office/drawing/2014/main" id="{FDB854BE-00E9-4500-B6CF-F34DC4BEC558}"/>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Write a commitment a colleague could follow.</a:t>
            </a:r>
          </a:p>
        </p:txBody>
      </p:sp>
      <p:sp>
        <p:nvSpPr>
          <p:cNvPr id="5" name="slide-number">
            <a:extLst xmlns:a="http://schemas.openxmlformats.org/drawingml/2006/main">
              <a:ext uri="{FF2B5EF4-FFF2-40B4-BE49-F238E27FC236}">
                <a16:creationId xmlns:a16="http://schemas.microsoft.com/office/drawing/2014/main" id="{A0F6FDC5-A6D8-4893-836E-974D391DFCBA}"/>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24</a:t>
            </a:r>
          </a:p>
        </p:txBody>
      </p:sp>
      <p:sp>
        <p:nvSpPr>
          <p:cNvPr id="6" name="activity-timing">
            <a:extLst xmlns:a="http://schemas.openxmlformats.org/drawingml/2006/main">
              <a:ext uri="{FF2B5EF4-FFF2-40B4-BE49-F238E27FC236}">
                <a16:creationId xmlns:a16="http://schemas.microsoft.com/office/drawing/2014/main" id="{1012DC35-93E9-44A9-873B-8BA7C667FB67}"/>
              </a:ext>
            </a:extLst>
          </p:cNvPr>
          <p:cNvSpPr>
            <a:spLocks xmlns:a="http://schemas.openxmlformats.org/drawingml/2006/main" noGrp="1"/>
          </p:cNvSpPr>
          <p:nvPr/>
        </p:nvSpPr>
        <p:spPr>
          <a:xfrm xmlns:a="http://schemas.openxmlformats.org/drawingml/2006/main">
            <a:off x="609600" y="238125"/>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1">
                <a:solidFill>
                  <a:srgbClr val="D84D20"/>
                </a:solidFill>
                <a:latin typeface="DejaVu Sans"/>
                <a:ea typeface="DejaVu Sans"/>
                <a:cs typeface="DejaVu Sans"/>
              </a:defRPr>
            </a:defPPr>
            <a:lvl1pPr>
              <a:defRPr sz="1350" b="1">
                <a:solidFill>
                  <a:srgbClr val="D84D20"/>
                </a:solidFill>
                <a:latin typeface="DejaVu Sans"/>
                <a:ea typeface="DejaVu Sans"/>
                <a:cs typeface="DejaVu Sans"/>
              </a:defRPr>
            </a:lvl1pPr>
            <a:lvl2pPr>
              <a:defRPr sz="1350" b="1">
                <a:solidFill>
                  <a:srgbClr val="D84D20"/>
                </a:solidFill>
                <a:latin typeface="DejaVu Sans"/>
                <a:ea typeface="DejaVu Sans"/>
                <a:cs typeface="DejaVu Sans"/>
              </a:defRPr>
            </a:lvl2pPr>
            <a:lvl3pPr>
              <a:defRPr sz="1350" b="1">
                <a:solidFill>
                  <a:srgbClr val="D84D20"/>
                </a:solidFill>
                <a:latin typeface="DejaVu Sans"/>
                <a:ea typeface="DejaVu Sans"/>
                <a:cs typeface="DejaVu Sans"/>
              </a:defRPr>
            </a:lvl3pPr>
            <a:lvl4pPr>
              <a:defRPr sz="1350" b="1">
                <a:solidFill>
                  <a:srgbClr val="D84D20"/>
                </a:solidFill>
                <a:latin typeface="DejaVu Sans"/>
                <a:ea typeface="DejaVu Sans"/>
                <a:cs typeface="DejaVu Sans"/>
              </a:defRPr>
            </a:lvl4pPr>
            <a:lvl5pPr>
              <a:defRPr sz="1350" b="1">
                <a:solidFill>
                  <a:srgbClr val="D84D20"/>
                </a:solidFill>
                <a:latin typeface="DejaVu Sans"/>
                <a:ea typeface="DejaVu Sans"/>
                <a:cs typeface="DejaVu Sans"/>
              </a:defRPr>
            </a:lvl5pPr>
            <a:lvl6pPr>
              <a:defRPr sz="1350" b="1">
                <a:solidFill>
                  <a:srgbClr val="D84D20"/>
                </a:solidFill>
                <a:latin typeface="DejaVu Sans"/>
                <a:ea typeface="DejaVu Sans"/>
                <a:cs typeface="DejaVu Sans"/>
              </a:defRPr>
            </a:lvl6pPr>
            <a:lvl7pPr>
              <a:defRPr sz="1350" b="1">
                <a:solidFill>
                  <a:srgbClr val="D84D20"/>
                </a:solidFill>
                <a:latin typeface="DejaVu Sans"/>
                <a:ea typeface="DejaVu Sans"/>
                <a:cs typeface="DejaVu Sans"/>
              </a:defRPr>
            </a:lvl7pPr>
            <a:lvl8pPr>
              <a:defRPr sz="1350" b="1">
                <a:solidFill>
                  <a:srgbClr val="D84D20"/>
                </a:solidFill>
                <a:latin typeface="DejaVu Sans"/>
                <a:ea typeface="DejaVu Sans"/>
                <a:cs typeface="DejaVu Sans"/>
              </a:defRPr>
            </a:lvl8pPr>
            <a:lvl9pPr>
              <a:defRPr sz="1350" b="1">
                <a:solidFill>
                  <a:srgbClr val="D84D20"/>
                </a:solidFill>
                <a:latin typeface="DejaVu Sans"/>
                <a:ea typeface="DejaVu Sans"/>
                <a:cs typeface="DejaVu Sans"/>
              </a:defRPr>
            </a:lvl9pPr>
          </a:lstStyle>
          <a:p xmlns:a="http://schemas.openxmlformats.org/drawingml/2006/main">
            <a:pPr>
              <a:defRPr sz="1350" b="1">
                <a:solidFill>
                  <a:srgbClr val="D84D20"/>
                </a:solidFill>
                <a:latin typeface="DejaVu Sans"/>
                <a:ea typeface="DejaVu Sans"/>
                <a:cs typeface="DejaVu Sans"/>
              </a:defRPr>
            </a:pPr>
            <a:r>
              <a:rPr sz="1350" b="1">
                <a:solidFill>
                  <a:srgbClr val="D84D20"/>
                </a:solidFill>
                <a:latin typeface="DejaVu Sans"/>
                <a:ea typeface="DejaVu Sans"/>
                <a:cs typeface="DejaVu Sans"/>
              </a:rPr>
              <a:t>ACTIVITY 9     2 MINUTES     INDIVIDUAL COMMITMENT</a:t>
            </a:r>
          </a:p>
        </p:txBody>
      </p:sp>
      <p:sp>
        <p:nvSpPr>
          <p:cNvPr id="7" name="1">
            <a:extLst xmlns:a="http://schemas.openxmlformats.org/drawingml/2006/main">
              <a:ext uri="{FF2B5EF4-FFF2-40B4-BE49-F238E27FC236}">
                <a16:creationId xmlns:a16="http://schemas.microsoft.com/office/drawing/2014/main" id="{9251BB70-3E96-4EA1-B1E2-30E599F4341A}"/>
              </a:ext>
            </a:extLst>
          </p:cNvPr>
          <p:cNvSpPr>
            <a:spLocks xmlns:a="http://schemas.openxmlformats.org/drawingml/2006/main" noGrp="1"/>
          </p:cNvSpPr>
          <p:nvPr/>
        </p:nvSpPr>
        <p:spPr>
          <a:xfrm xmlns:a="http://schemas.openxmlformats.org/drawingml/2006/main">
            <a:off x="609600" y="23431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007D87"/>
                </a:solidFill>
                <a:latin typeface="DejaVu Sans"/>
                <a:ea typeface="DejaVu Sans"/>
                <a:cs typeface="DejaVu Sans"/>
              </a:defRPr>
            </a:defPPr>
            <a:lvl1pPr>
              <a:defRPr sz="2400" b="1">
                <a:solidFill>
                  <a:srgbClr val="007D87"/>
                </a:solidFill>
                <a:latin typeface="DejaVu Sans"/>
                <a:ea typeface="DejaVu Sans"/>
                <a:cs typeface="DejaVu Sans"/>
              </a:defRPr>
            </a:lvl1pPr>
            <a:lvl2pPr>
              <a:defRPr sz="2400" b="1">
                <a:solidFill>
                  <a:srgbClr val="007D87"/>
                </a:solidFill>
                <a:latin typeface="DejaVu Sans"/>
                <a:ea typeface="DejaVu Sans"/>
                <a:cs typeface="DejaVu Sans"/>
              </a:defRPr>
            </a:lvl2pPr>
            <a:lvl3pPr>
              <a:defRPr sz="2400" b="1">
                <a:solidFill>
                  <a:srgbClr val="007D87"/>
                </a:solidFill>
                <a:latin typeface="DejaVu Sans"/>
                <a:ea typeface="DejaVu Sans"/>
                <a:cs typeface="DejaVu Sans"/>
              </a:defRPr>
            </a:lvl3pPr>
            <a:lvl4pPr>
              <a:defRPr sz="2400" b="1">
                <a:solidFill>
                  <a:srgbClr val="007D87"/>
                </a:solidFill>
                <a:latin typeface="DejaVu Sans"/>
                <a:ea typeface="DejaVu Sans"/>
                <a:cs typeface="DejaVu Sans"/>
              </a:defRPr>
            </a:lvl4pPr>
            <a:lvl5pPr>
              <a:defRPr sz="2400" b="1">
                <a:solidFill>
                  <a:srgbClr val="007D87"/>
                </a:solidFill>
                <a:latin typeface="DejaVu Sans"/>
                <a:ea typeface="DejaVu Sans"/>
                <a:cs typeface="DejaVu Sans"/>
              </a:defRPr>
            </a:lvl5pPr>
            <a:lvl6pPr>
              <a:defRPr sz="2400" b="1">
                <a:solidFill>
                  <a:srgbClr val="007D87"/>
                </a:solidFill>
                <a:latin typeface="DejaVu Sans"/>
                <a:ea typeface="DejaVu Sans"/>
                <a:cs typeface="DejaVu Sans"/>
              </a:defRPr>
            </a:lvl6pPr>
            <a:lvl7pPr>
              <a:defRPr sz="2400" b="1">
                <a:solidFill>
                  <a:srgbClr val="007D87"/>
                </a:solidFill>
                <a:latin typeface="DejaVu Sans"/>
                <a:ea typeface="DejaVu Sans"/>
                <a:cs typeface="DejaVu Sans"/>
              </a:defRPr>
            </a:lvl7pPr>
            <a:lvl8pPr>
              <a:defRPr sz="2400" b="1">
                <a:solidFill>
                  <a:srgbClr val="007D87"/>
                </a:solidFill>
                <a:latin typeface="DejaVu Sans"/>
                <a:ea typeface="DejaVu Sans"/>
                <a:cs typeface="DejaVu Sans"/>
              </a:defRPr>
            </a:lvl8pPr>
            <a:lvl9pPr>
              <a:defRPr sz="2400" b="1">
                <a:solidFill>
                  <a:srgbClr val="007D87"/>
                </a:solidFill>
                <a:latin typeface="DejaVu Sans"/>
                <a:ea typeface="DejaVu Sans"/>
                <a:cs typeface="DejaVu Sans"/>
              </a:defRPr>
            </a:lvl9pPr>
          </a:lstStyle>
          <a:p xmlns:a="http://schemas.openxmlformats.org/drawingml/2006/main">
            <a:pPr>
              <a:defRPr sz="2400" b="1">
                <a:solidFill>
                  <a:srgbClr val="007D87"/>
                </a:solidFill>
                <a:latin typeface="DejaVu Sans"/>
                <a:ea typeface="DejaVu Sans"/>
                <a:cs typeface="DejaVu Sans"/>
              </a:defRPr>
            </a:pPr>
            <a:r>
              <a:rPr sz="2400" b="1">
                <a:solidFill>
                  <a:srgbClr val="007D87"/>
                </a:solidFill>
                <a:latin typeface="DejaVu Sans"/>
                <a:ea typeface="DejaVu Sans"/>
                <a:cs typeface="DejaVu Sans"/>
              </a:rPr>
              <a:t>TASK</a:t>
            </a:r>
          </a:p>
        </p:txBody>
      </p:sp>
      <p:sp>
        <p:nvSpPr>
          <p:cNvPr id="8" name="1d">
            <a:extLst xmlns:a="http://schemas.openxmlformats.org/drawingml/2006/main">
              <a:ext uri="{FF2B5EF4-FFF2-40B4-BE49-F238E27FC236}">
                <a16:creationId xmlns:a16="http://schemas.microsoft.com/office/drawing/2014/main" id="{CB8B3AAC-8D0D-4FA9-B415-C0012C7B9CDE}"/>
              </a:ext>
            </a:extLst>
          </p:cNvPr>
          <p:cNvSpPr>
            <a:spLocks xmlns:a="http://schemas.openxmlformats.org/drawingml/2006/main" noGrp="1"/>
          </p:cNvSpPr>
          <p:nvPr/>
        </p:nvSpPr>
        <p:spPr>
          <a:xfrm xmlns:a="http://schemas.openxmlformats.org/drawingml/2006/main">
            <a:off x="3048000" y="2390775"/>
            <a:ext cx="8534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23E4F"/>
                </a:solidFill>
                <a:latin typeface="DejaVu Sans"/>
                <a:ea typeface="DejaVu Sans"/>
                <a:cs typeface="DejaVu Sans"/>
              </a:defRPr>
            </a:defPPr>
            <a:lvl1pPr>
              <a:defRPr sz="2175" b="0">
                <a:solidFill>
                  <a:srgbClr val="123E4F"/>
                </a:solidFill>
                <a:latin typeface="DejaVu Sans"/>
                <a:ea typeface="DejaVu Sans"/>
                <a:cs typeface="DejaVu Sans"/>
              </a:defRPr>
            </a:lvl1pPr>
            <a:lvl2pPr>
              <a:defRPr sz="2175" b="0">
                <a:solidFill>
                  <a:srgbClr val="123E4F"/>
                </a:solidFill>
                <a:latin typeface="DejaVu Sans"/>
                <a:ea typeface="DejaVu Sans"/>
                <a:cs typeface="DejaVu Sans"/>
              </a:defRPr>
            </a:lvl2pPr>
            <a:lvl3pPr>
              <a:defRPr sz="2175" b="0">
                <a:solidFill>
                  <a:srgbClr val="123E4F"/>
                </a:solidFill>
                <a:latin typeface="DejaVu Sans"/>
                <a:ea typeface="DejaVu Sans"/>
                <a:cs typeface="DejaVu Sans"/>
              </a:defRPr>
            </a:lvl3pPr>
            <a:lvl4pPr>
              <a:defRPr sz="2175" b="0">
                <a:solidFill>
                  <a:srgbClr val="123E4F"/>
                </a:solidFill>
                <a:latin typeface="DejaVu Sans"/>
                <a:ea typeface="DejaVu Sans"/>
                <a:cs typeface="DejaVu Sans"/>
              </a:defRPr>
            </a:lvl4pPr>
            <a:lvl5pPr>
              <a:defRPr sz="2175" b="0">
                <a:solidFill>
                  <a:srgbClr val="123E4F"/>
                </a:solidFill>
                <a:latin typeface="DejaVu Sans"/>
                <a:ea typeface="DejaVu Sans"/>
                <a:cs typeface="DejaVu Sans"/>
              </a:defRPr>
            </a:lvl5pPr>
            <a:lvl6pPr>
              <a:defRPr sz="2175" b="0">
                <a:solidFill>
                  <a:srgbClr val="123E4F"/>
                </a:solidFill>
                <a:latin typeface="DejaVu Sans"/>
                <a:ea typeface="DejaVu Sans"/>
                <a:cs typeface="DejaVu Sans"/>
              </a:defRPr>
            </a:lvl6pPr>
            <a:lvl7pPr>
              <a:defRPr sz="2175" b="0">
                <a:solidFill>
                  <a:srgbClr val="123E4F"/>
                </a:solidFill>
                <a:latin typeface="DejaVu Sans"/>
                <a:ea typeface="DejaVu Sans"/>
                <a:cs typeface="DejaVu Sans"/>
              </a:defRPr>
            </a:lvl7pPr>
            <a:lvl8pPr>
              <a:defRPr sz="2175" b="0">
                <a:solidFill>
                  <a:srgbClr val="123E4F"/>
                </a:solidFill>
                <a:latin typeface="DejaVu Sans"/>
                <a:ea typeface="DejaVu Sans"/>
                <a:cs typeface="DejaVu Sans"/>
              </a:defRPr>
            </a:lvl8pPr>
            <a:lvl9pPr>
              <a:defRPr sz="2175" b="0">
                <a:solidFill>
                  <a:srgbClr val="123E4F"/>
                </a:solidFill>
                <a:latin typeface="DejaVu Sans"/>
                <a:ea typeface="DejaVu Sans"/>
                <a:cs typeface="DejaVu Sans"/>
              </a:defRPr>
            </a:lvl9pPr>
          </a:lstStyle>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One task we will test: __________________________</a:t>
            </a:r>
          </a:p>
        </p:txBody>
      </p:sp>
      <p:sp>
        <p:nvSpPr>
          <p:cNvPr id="9" name="2">
            <a:extLst xmlns:a="http://schemas.openxmlformats.org/drawingml/2006/main">
              <a:ext uri="{FF2B5EF4-FFF2-40B4-BE49-F238E27FC236}">
                <a16:creationId xmlns:a16="http://schemas.microsoft.com/office/drawing/2014/main" id="{F632C977-960F-4F6A-8E90-250532E71451}"/>
              </a:ext>
            </a:extLst>
          </p:cNvPr>
          <p:cNvSpPr>
            <a:spLocks xmlns:a="http://schemas.openxmlformats.org/drawingml/2006/main" noGrp="1"/>
          </p:cNvSpPr>
          <p:nvPr/>
        </p:nvSpPr>
        <p:spPr>
          <a:xfrm xmlns:a="http://schemas.openxmlformats.org/drawingml/2006/main">
            <a:off x="609600" y="3476625"/>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007D87"/>
                </a:solidFill>
                <a:latin typeface="DejaVu Sans"/>
                <a:ea typeface="DejaVu Sans"/>
                <a:cs typeface="DejaVu Sans"/>
              </a:defRPr>
            </a:defPPr>
            <a:lvl1pPr>
              <a:defRPr sz="2400" b="1">
                <a:solidFill>
                  <a:srgbClr val="007D87"/>
                </a:solidFill>
                <a:latin typeface="DejaVu Sans"/>
                <a:ea typeface="DejaVu Sans"/>
                <a:cs typeface="DejaVu Sans"/>
              </a:defRPr>
            </a:lvl1pPr>
            <a:lvl2pPr>
              <a:defRPr sz="2400" b="1">
                <a:solidFill>
                  <a:srgbClr val="007D87"/>
                </a:solidFill>
                <a:latin typeface="DejaVu Sans"/>
                <a:ea typeface="DejaVu Sans"/>
                <a:cs typeface="DejaVu Sans"/>
              </a:defRPr>
            </a:lvl2pPr>
            <a:lvl3pPr>
              <a:defRPr sz="2400" b="1">
                <a:solidFill>
                  <a:srgbClr val="007D87"/>
                </a:solidFill>
                <a:latin typeface="DejaVu Sans"/>
                <a:ea typeface="DejaVu Sans"/>
                <a:cs typeface="DejaVu Sans"/>
              </a:defRPr>
            </a:lvl3pPr>
            <a:lvl4pPr>
              <a:defRPr sz="2400" b="1">
                <a:solidFill>
                  <a:srgbClr val="007D87"/>
                </a:solidFill>
                <a:latin typeface="DejaVu Sans"/>
                <a:ea typeface="DejaVu Sans"/>
                <a:cs typeface="DejaVu Sans"/>
              </a:defRPr>
            </a:lvl4pPr>
            <a:lvl5pPr>
              <a:defRPr sz="2400" b="1">
                <a:solidFill>
                  <a:srgbClr val="007D87"/>
                </a:solidFill>
                <a:latin typeface="DejaVu Sans"/>
                <a:ea typeface="DejaVu Sans"/>
                <a:cs typeface="DejaVu Sans"/>
              </a:defRPr>
            </a:lvl5pPr>
            <a:lvl6pPr>
              <a:defRPr sz="2400" b="1">
                <a:solidFill>
                  <a:srgbClr val="007D87"/>
                </a:solidFill>
                <a:latin typeface="DejaVu Sans"/>
                <a:ea typeface="DejaVu Sans"/>
                <a:cs typeface="DejaVu Sans"/>
              </a:defRPr>
            </a:lvl6pPr>
            <a:lvl7pPr>
              <a:defRPr sz="2400" b="1">
                <a:solidFill>
                  <a:srgbClr val="007D87"/>
                </a:solidFill>
                <a:latin typeface="DejaVu Sans"/>
                <a:ea typeface="DejaVu Sans"/>
                <a:cs typeface="DejaVu Sans"/>
              </a:defRPr>
            </a:lvl7pPr>
            <a:lvl8pPr>
              <a:defRPr sz="2400" b="1">
                <a:solidFill>
                  <a:srgbClr val="007D87"/>
                </a:solidFill>
                <a:latin typeface="DejaVu Sans"/>
                <a:ea typeface="DejaVu Sans"/>
                <a:cs typeface="DejaVu Sans"/>
              </a:defRPr>
            </a:lvl8pPr>
            <a:lvl9pPr>
              <a:defRPr sz="2400" b="1">
                <a:solidFill>
                  <a:srgbClr val="007D87"/>
                </a:solidFill>
                <a:latin typeface="DejaVu Sans"/>
                <a:ea typeface="DejaVu Sans"/>
                <a:cs typeface="DejaVu Sans"/>
              </a:defRPr>
            </a:lvl9pPr>
          </a:lstStyle>
          <a:p xmlns:a="http://schemas.openxmlformats.org/drawingml/2006/main">
            <a:pPr>
              <a:defRPr sz="2400" b="1">
                <a:solidFill>
                  <a:srgbClr val="007D87"/>
                </a:solidFill>
                <a:latin typeface="DejaVu Sans"/>
                <a:ea typeface="DejaVu Sans"/>
                <a:cs typeface="DejaVu Sans"/>
              </a:defRPr>
            </a:pPr>
            <a:r>
              <a:rPr sz="2400" b="1">
                <a:solidFill>
                  <a:srgbClr val="007D87"/>
                </a:solidFill>
                <a:latin typeface="DejaVu Sans"/>
                <a:ea typeface="DejaVu Sans"/>
                <a:cs typeface="DejaVu Sans"/>
              </a:rPr>
              <a:t>CHECK</a:t>
            </a:r>
          </a:p>
        </p:txBody>
      </p:sp>
      <p:sp>
        <p:nvSpPr>
          <p:cNvPr id="10" name="2d">
            <a:extLst xmlns:a="http://schemas.openxmlformats.org/drawingml/2006/main">
              <a:ext uri="{FF2B5EF4-FFF2-40B4-BE49-F238E27FC236}">
                <a16:creationId xmlns:a16="http://schemas.microsoft.com/office/drawing/2014/main" id="{2F3ED127-C039-492C-BA97-EBC10B45C81F}"/>
              </a:ext>
            </a:extLst>
          </p:cNvPr>
          <p:cNvSpPr>
            <a:spLocks xmlns:a="http://schemas.openxmlformats.org/drawingml/2006/main" noGrp="1"/>
          </p:cNvSpPr>
          <p:nvPr/>
        </p:nvSpPr>
        <p:spPr>
          <a:xfrm xmlns:a="http://schemas.openxmlformats.org/drawingml/2006/main">
            <a:off x="3048000" y="3524250"/>
            <a:ext cx="8534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23E4F"/>
                </a:solidFill>
                <a:latin typeface="DejaVu Sans"/>
                <a:ea typeface="DejaVu Sans"/>
                <a:cs typeface="DejaVu Sans"/>
              </a:defRPr>
            </a:defPPr>
            <a:lvl1pPr>
              <a:defRPr sz="2175" b="0">
                <a:solidFill>
                  <a:srgbClr val="123E4F"/>
                </a:solidFill>
                <a:latin typeface="DejaVu Sans"/>
                <a:ea typeface="DejaVu Sans"/>
                <a:cs typeface="DejaVu Sans"/>
              </a:defRPr>
            </a:lvl1pPr>
            <a:lvl2pPr>
              <a:defRPr sz="2175" b="0">
                <a:solidFill>
                  <a:srgbClr val="123E4F"/>
                </a:solidFill>
                <a:latin typeface="DejaVu Sans"/>
                <a:ea typeface="DejaVu Sans"/>
                <a:cs typeface="DejaVu Sans"/>
              </a:defRPr>
            </a:lvl2pPr>
            <a:lvl3pPr>
              <a:defRPr sz="2175" b="0">
                <a:solidFill>
                  <a:srgbClr val="123E4F"/>
                </a:solidFill>
                <a:latin typeface="DejaVu Sans"/>
                <a:ea typeface="DejaVu Sans"/>
                <a:cs typeface="DejaVu Sans"/>
              </a:defRPr>
            </a:lvl3pPr>
            <a:lvl4pPr>
              <a:defRPr sz="2175" b="0">
                <a:solidFill>
                  <a:srgbClr val="123E4F"/>
                </a:solidFill>
                <a:latin typeface="DejaVu Sans"/>
                <a:ea typeface="DejaVu Sans"/>
                <a:cs typeface="DejaVu Sans"/>
              </a:defRPr>
            </a:lvl4pPr>
            <a:lvl5pPr>
              <a:defRPr sz="2175" b="0">
                <a:solidFill>
                  <a:srgbClr val="123E4F"/>
                </a:solidFill>
                <a:latin typeface="DejaVu Sans"/>
                <a:ea typeface="DejaVu Sans"/>
                <a:cs typeface="DejaVu Sans"/>
              </a:defRPr>
            </a:lvl5pPr>
            <a:lvl6pPr>
              <a:defRPr sz="2175" b="0">
                <a:solidFill>
                  <a:srgbClr val="123E4F"/>
                </a:solidFill>
                <a:latin typeface="DejaVu Sans"/>
                <a:ea typeface="DejaVu Sans"/>
                <a:cs typeface="DejaVu Sans"/>
              </a:defRPr>
            </a:lvl6pPr>
            <a:lvl7pPr>
              <a:defRPr sz="2175" b="0">
                <a:solidFill>
                  <a:srgbClr val="123E4F"/>
                </a:solidFill>
                <a:latin typeface="DejaVu Sans"/>
                <a:ea typeface="DejaVu Sans"/>
                <a:cs typeface="DejaVu Sans"/>
              </a:defRPr>
            </a:lvl7pPr>
            <a:lvl8pPr>
              <a:defRPr sz="2175" b="0">
                <a:solidFill>
                  <a:srgbClr val="123E4F"/>
                </a:solidFill>
                <a:latin typeface="DejaVu Sans"/>
                <a:ea typeface="DejaVu Sans"/>
                <a:cs typeface="DejaVu Sans"/>
              </a:defRPr>
            </a:lvl8pPr>
            <a:lvl9pPr>
              <a:defRPr sz="2175" b="0">
                <a:solidFill>
                  <a:srgbClr val="123E4F"/>
                </a:solidFill>
                <a:latin typeface="DejaVu Sans"/>
                <a:ea typeface="DejaVu Sans"/>
                <a:cs typeface="DejaVu Sans"/>
              </a:defRPr>
            </a:lvl9pPr>
          </a:lstStyle>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A person must verify: __________________________</a:t>
            </a:r>
          </a:p>
        </p:txBody>
      </p:sp>
      <p:sp>
        <p:nvSpPr>
          <p:cNvPr id="11" name="3">
            <a:extLst xmlns:a="http://schemas.openxmlformats.org/drawingml/2006/main">
              <a:ext uri="{FF2B5EF4-FFF2-40B4-BE49-F238E27FC236}">
                <a16:creationId xmlns:a16="http://schemas.microsoft.com/office/drawing/2014/main" id="{152BFDF1-EC59-4313-8B68-186E4D923ECA}"/>
              </a:ext>
            </a:extLst>
          </p:cNvPr>
          <p:cNvSpPr>
            <a:spLocks xmlns:a="http://schemas.openxmlformats.org/drawingml/2006/main" noGrp="1"/>
          </p:cNvSpPr>
          <p:nvPr/>
        </p:nvSpPr>
        <p:spPr>
          <a:xfrm xmlns:a="http://schemas.openxmlformats.org/drawingml/2006/main">
            <a:off x="609600" y="461010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D84D20"/>
                </a:solidFill>
                <a:latin typeface="DejaVu Sans"/>
                <a:ea typeface="DejaVu Sans"/>
                <a:cs typeface="DejaVu Sans"/>
              </a:defRPr>
            </a:defPPr>
            <a:lvl1pPr>
              <a:defRPr sz="2400" b="1">
                <a:solidFill>
                  <a:srgbClr val="D84D20"/>
                </a:solidFill>
                <a:latin typeface="DejaVu Sans"/>
                <a:ea typeface="DejaVu Sans"/>
                <a:cs typeface="DejaVu Sans"/>
              </a:defRPr>
            </a:lvl1pPr>
            <a:lvl2pPr>
              <a:defRPr sz="2400" b="1">
                <a:solidFill>
                  <a:srgbClr val="D84D20"/>
                </a:solidFill>
                <a:latin typeface="DejaVu Sans"/>
                <a:ea typeface="DejaVu Sans"/>
                <a:cs typeface="DejaVu Sans"/>
              </a:defRPr>
            </a:lvl2pPr>
            <a:lvl3pPr>
              <a:defRPr sz="2400" b="1">
                <a:solidFill>
                  <a:srgbClr val="D84D20"/>
                </a:solidFill>
                <a:latin typeface="DejaVu Sans"/>
                <a:ea typeface="DejaVu Sans"/>
                <a:cs typeface="DejaVu Sans"/>
              </a:defRPr>
            </a:lvl3pPr>
            <a:lvl4pPr>
              <a:defRPr sz="2400" b="1">
                <a:solidFill>
                  <a:srgbClr val="D84D20"/>
                </a:solidFill>
                <a:latin typeface="DejaVu Sans"/>
                <a:ea typeface="DejaVu Sans"/>
                <a:cs typeface="DejaVu Sans"/>
              </a:defRPr>
            </a:lvl4pPr>
            <a:lvl5pPr>
              <a:defRPr sz="2400" b="1">
                <a:solidFill>
                  <a:srgbClr val="D84D20"/>
                </a:solidFill>
                <a:latin typeface="DejaVu Sans"/>
                <a:ea typeface="DejaVu Sans"/>
                <a:cs typeface="DejaVu Sans"/>
              </a:defRPr>
            </a:lvl5pPr>
            <a:lvl6pPr>
              <a:defRPr sz="2400" b="1">
                <a:solidFill>
                  <a:srgbClr val="D84D20"/>
                </a:solidFill>
                <a:latin typeface="DejaVu Sans"/>
                <a:ea typeface="DejaVu Sans"/>
                <a:cs typeface="DejaVu Sans"/>
              </a:defRPr>
            </a:lvl6pPr>
            <a:lvl7pPr>
              <a:defRPr sz="2400" b="1">
                <a:solidFill>
                  <a:srgbClr val="D84D20"/>
                </a:solidFill>
                <a:latin typeface="DejaVu Sans"/>
                <a:ea typeface="DejaVu Sans"/>
                <a:cs typeface="DejaVu Sans"/>
              </a:defRPr>
            </a:lvl7pPr>
            <a:lvl8pPr>
              <a:defRPr sz="2400" b="1">
                <a:solidFill>
                  <a:srgbClr val="D84D20"/>
                </a:solidFill>
                <a:latin typeface="DejaVu Sans"/>
                <a:ea typeface="DejaVu Sans"/>
                <a:cs typeface="DejaVu Sans"/>
              </a:defRPr>
            </a:lvl8pPr>
            <a:lvl9pPr>
              <a:defRPr sz="2400" b="1">
                <a:solidFill>
                  <a:srgbClr val="D84D20"/>
                </a:solidFill>
                <a:latin typeface="DejaVu Sans"/>
                <a:ea typeface="DejaVu Sans"/>
                <a:cs typeface="DejaVu Sans"/>
              </a:defRPr>
            </a:lvl9pPr>
          </a:lstStyle>
          <a:p xmlns:a="http://schemas.openxmlformats.org/drawingml/2006/main">
            <a:pPr>
              <a:defRPr sz="2400" b="1">
                <a:solidFill>
                  <a:srgbClr val="D84D20"/>
                </a:solidFill>
                <a:latin typeface="DejaVu Sans"/>
                <a:ea typeface="DejaVu Sans"/>
                <a:cs typeface="DejaVu Sans"/>
              </a:defRPr>
            </a:pPr>
            <a:r>
              <a:rPr sz="2400" b="1">
                <a:solidFill>
                  <a:srgbClr val="D84D20"/>
                </a:solidFill>
                <a:latin typeface="DejaVu Sans"/>
                <a:ea typeface="DejaVu Sans"/>
                <a:cs typeface="DejaVu Sans"/>
              </a:rPr>
              <a:t>OWNER</a:t>
            </a:r>
          </a:p>
        </p:txBody>
      </p:sp>
      <p:sp>
        <p:nvSpPr>
          <p:cNvPr id="12" name="3d">
            <a:extLst xmlns:a="http://schemas.openxmlformats.org/drawingml/2006/main">
              <a:ext uri="{FF2B5EF4-FFF2-40B4-BE49-F238E27FC236}">
                <a16:creationId xmlns:a16="http://schemas.microsoft.com/office/drawing/2014/main" id="{2439A93F-FB0D-4B52-901C-466DD638A982}"/>
              </a:ext>
            </a:extLst>
          </p:cNvPr>
          <p:cNvSpPr>
            <a:spLocks xmlns:a="http://schemas.openxmlformats.org/drawingml/2006/main" noGrp="1"/>
          </p:cNvSpPr>
          <p:nvPr/>
        </p:nvSpPr>
        <p:spPr>
          <a:xfrm xmlns:a="http://schemas.openxmlformats.org/drawingml/2006/main">
            <a:off x="3048000" y="4657725"/>
            <a:ext cx="8534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23E4F"/>
                </a:solidFill>
                <a:latin typeface="DejaVu Sans"/>
                <a:ea typeface="DejaVu Sans"/>
                <a:cs typeface="DejaVu Sans"/>
              </a:defRPr>
            </a:defPPr>
            <a:lvl1pPr>
              <a:defRPr sz="2175" b="0">
                <a:solidFill>
                  <a:srgbClr val="123E4F"/>
                </a:solidFill>
                <a:latin typeface="DejaVu Sans"/>
                <a:ea typeface="DejaVu Sans"/>
                <a:cs typeface="DejaVu Sans"/>
              </a:defRPr>
            </a:lvl1pPr>
            <a:lvl2pPr>
              <a:defRPr sz="2175" b="0">
                <a:solidFill>
                  <a:srgbClr val="123E4F"/>
                </a:solidFill>
                <a:latin typeface="DejaVu Sans"/>
                <a:ea typeface="DejaVu Sans"/>
                <a:cs typeface="DejaVu Sans"/>
              </a:defRPr>
            </a:lvl2pPr>
            <a:lvl3pPr>
              <a:defRPr sz="2175" b="0">
                <a:solidFill>
                  <a:srgbClr val="123E4F"/>
                </a:solidFill>
                <a:latin typeface="DejaVu Sans"/>
                <a:ea typeface="DejaVu Sans"/>
                <a:cs typeface="DejaVu Sans"/>
              </a:defRPr>
            </a:lvl3pPr>
            <a:lvl4pPr>
              <a:defRPr sz="2175" b="0">
                <a:solidFill>
                  <a:srgbClr val="123E4F"/>
                </a:solidFill>
                <a:latin typeface="DejaVu Sans"/>
                <a:ea typeface="DejaVu Sans"/>
                <a:cs typeface="DejaVu Sans"/>
              </a:defRPr>
            </a:lvl4pPr>
            <a:lvl5pPr>
              <a:defRPr sz="2175" b="0">
                <a:solidFill>
                  <a:srgbClr val="123E4F"/>
                </a:solidFill>
                <a:latin typeface="DejaVu Sans"/>
                <a:ea typeface="DejaVu Sans"/>
                <a:cs typeface="DejaVu Sans"/>
              </a:defRPr>
            </a:lvl5pPr>
            <a:lvl6pPr>
              <a:defRPr sz="2175" b="0">
                <a:solidFill>
                  <a:srgbClr val="123E4F"/>
                </a:solidFill>
                <a:latin typeface="DejaVu Sans"/>
                <a:ea typeface="DejaVu Sans"/>
                <a:cs typeface="DejaVu Sans"/>
              </a:defRPr>
            </a:lvl6pPr>
            <a:lvl7pPr>
              <a:defRPr sz="2175" b="0">
                <a:solidFill>
                  <a:srgbClr val="123E4F"/>
                </a:solidFill>
                <a:latin typeface="DejaVu Sans"/>
                <a:ea typeface="DejaVu Sans"/>
                <a:cs typeface="DejaVu Sans"/>
              </a:defRPr>
            </a:lvl7pPr>
            <a:lvl8pPr>
              <a:defRPr sz="2175" b="0">
                <a:solidFill>
                  <a:srgbClr val="123E4F"/>
                </a:solidFill>
                <a:latin typeface="DejaVu Sans"/>
                <a:ea typeface="DejaVu Sans"/>
                <a:cs typeface="DejaVu Sans"/>
              </a:defRPr>
            </a:lvl8pPr>
            <a:lvl9pPr>
              <a:defRPr sz="2175" b="0">
                <a:solidFill>
                  <a:srgbClr val="123E4F"/>
                </a:solidFill>
                <a:latin typeface="DejaVu Sans"/>
                <a:ea typeface="DejaVu Sans"/>
                <a:cs typeface="DejaVu Sans"/>
              </a:defRPr>
            </a:lvl9pPr>
          </a:lstStyle>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Who and by when: _____________________________</a:t>
            </a:r>
          </a:p>
        </p:txBody>
      </p:sp>
      <p:sp>
        <p:nvSpPr>
          <p:cNvPr id="13" name="close">
            <a:extLst xmlns:a="http://schemas.openxmlformats.org/drawingml/2006/main">
              <a:ext uri="{FF2B5EF4-FFF2-40B4-BE49-F238E27FC236}">
                <a16:creationId xmlns:a16="http://schemas.microsoft.com/office/drawing/2014/main" id="{77860244-5F5A-4E46-91FB-30633500B9F1}"/>
              </a:ext>
            </a:extLst>
          </p:cNvPr>
          <p:cNvSpPr>
            <a:spLocks xmlns:a="http://schemas.openxmlformats.org/drawingml/2006/main" noGrp="1"/>
          </p:cNvSpPr>
          <p:nvPr/>
        </p:nvSpPr>
        <p:spPr>
          <a:xfrm xmlns:a="http://schemas.openxmlformats.org/drawingml/2006/main">
            <a:off x="609600" y="5648325"/>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1">
                <a:solidFill>
                  <a:srgbClr val="123E4F"/>
                </a:solidFill>
                <a:latin typeface="DejaVu Sans"/>
                <a:ea typeface="DejaVu Sans"/>
                <a:cs typeface="DejaVu Sans"/>
              </a:defRPr>
            </a:defPPr>
            <a:lvl1pPr>
              <a:defRPr sz="2025" b="1">
                <a:solidFill>
                  <a:srgbClr val="123E4F"/>
                </a:solidFill>
                <a:latin typeface="DejaVu Sans"/>
                <a:ea typeface="DejaVu Sans"/>
                <a:cs typeface="DejaVu Sans"/>
              </a:defRPr>
            </a:lvl1pPr>
            <a:lvl2pPr>
              <a:defRPr sz="2025" b="1">
                <a:solidFill>
                  <a:srgbClr val="123E4F"/>
                </a:solidFill>
                <a:latin typeface="DejaVu Sans"/>
                <a:ea typeface="DejaVu Sans"/>
                <a:cs typeface="DejaVu Sans"/>
              </a:defRPr>
            </a:lvl2pPr>
            <a:lvl3pPr>
              <a:defRPr sz="2025" b="1">
                <a:solidFill>
                  <a:srgbClr val="123E4F"/>
                </a:solidFill>
                <a:latin typeface="DejaVu Sans"/>
                <a:ea typeface="DejaVu Sans"/>
                <a:cs typeface="DejaVu Sans"/>
              </a:defRPr>
            </a:lvl3pPr>
            <a:lvl4pPr>
              <a:defRPr sz="2025" b="1">
                <a:solidFill>
                  <a:srgbClr val="123E4F"/>
                </a:solidFill>
                <a:latin typeface="DejaVu Sans"/>
                <a:ea typeface="DejaVu Sans"/>
                <a:cs typeface="DejaVu Sans"/>
              </a:defRPr>
            </a:lvl4pPr>
            <a:lvl5pPr>
              <a:defRPr sz="2025" b="1">
                <a:solidFill>
                  <a:srgbClr val="123E4F"/>
                </a:solidFill>
                <a:latin typeface="DejaVu Sans"/>
                <a:ea typeface="DejaVu Sans"/>
                <a:cs typeface="DejaVu Sans"/>
              </a:defRPr>
            </a:lvl5pPr>
            <a:lvl6pPr>
              <a:defRPr sz="2025" b="1">
                <a:solidFill>
                  <a:srgbClr val="123E4F"/>
                </a:solidFill>
                <a:latin typeface="DejaVu Sans"/>
                <a:ea typeface="DejaVu Sans"/>
                <a:cs typeface="DejaVu Sans"/>
              </a:defRPr>
            </a:lvl6pPr>
            <a:lvl7pPr>
              <a:defRPr sz="2025" b="1">
                <a:solidFill>
                  <a:srgbClr val="123E4F"/>
                </a:solidFill>
                <a:latin typeface="DejaVu Sans"/>
                <a:ea typeface="DejaVu Sans"/>
                <a:cs typeface="DejaVu Sans"/>
              </a:defRPr>
            </a:lvl7pPr>
            <a:lvl8pPr>
              <a:defRPr sz="2025" b="1">
                <a:solidFill>
                  <a:srgbClr val="123E4F"/>
                </a:solidFill>
                <a:latin typeface="DejaVu Sans"/>
                <a:ea typeface="DejaVu Sans"/>
                <a:cs typeface="DejaVu Sans"/>
              </a:defRPr>
            </a:lvl8pPr>
            <a:lvl9pPr>
              <a:defRPr sz="2025" b="1">
                <a:solidFill>
                  <a:srgbClr val="123E4F"/>
                </a:solidFill>
                <a:latin typeface="DejaVu Sans"/>
                <a:ea typeface="DejaVu Sans"/>
                <a:cs typeface="DejaVu Sans"/>
              </a:defRPr>
            </a:lvl9pPr>
          </a:lstStyle>
          <a:p xmlns:a="http://schemas.openxmlformats.org/drawingml/2006/main">
            <a:pPr>
              <a:defRPr sz="2025" b="1">
                <a:solidFill>
                  <a:srgbClr val="123E4F"/>
                </a:solidFill>
                <a:latin typeface="DejaVu Sans"/>
                <a:ea typeface="DejaVu Sans"/>
                <a:cs typeface="DejaVu Sans"/>
              </a:defRPr>
            </a:pPr>
            <a:r>
              <a:rPr sz="2025" b="1">
                <a:solidFill>
                  <a:srgbClr val="123E4F"/>
                </a:solidFill>
                <a:latin typeface="DejaVu Sans"/>
                <a:ea typeface="DejaVu Sans"/>
                <a:cs typeface="DejaVu Sans"/>
              </a:rPr>
              <a:t>Share your commitment with a partner before you leave.</a:t>
            </a:r>
          </a:p>
        </p:txBody>
      </p:sp>
    </p:spTree>
    <p:extLst>
      <p:ext uri="{BB962C8B-B14F-4D97-AF65-F5344CB8AC3E}">
        <p14:creationId xmlns:p14="http://schemas.microsoft.com/office/powerpoint/2010/main" val="166635343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39E5BA6-0B82-4C46-9CC7-FC41A1F525E5}"/>
              </a:ext>
            </a:extLst>
          </p:cNvPr>
          <p:cNvPicPr>
            <a:picLocks xmlns:a="http://schemas.openxmlformats.org/drawingml/2006/main" noChangeAspect="1"/>
          </p:cNvPicPr>
          <p:nvPr/>
        </p:nvPicPr>
        <p:blipFill>
          <a:blip xmlns:r="http://schemas.openxmlformats.org/officeDocument/2006/relationships" xmlns:a="http://schemas.openxmlformats.org/drawingml/2006/main" r:embed="Rf158fb373b074914"/>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959A6F45-D671-49CE-B993-F80BB826C0C6}"/>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Take-home review prompt</a:t>
            </a:r>
          </a:p>
        </p:txBody>
      </p:sp>
      <p:sp>
        <p:nvSpPr>
          <p:cNvPr id="4" name="subtitle">
            <a:extLst xmlns:a="http://schemas.openxmlformats.org/drawingml/2006/main">
              <a:ext uri="{FF2B5EF4-FFF2-40B4-BE49-F238E27FC236}">
                <a16:creationId xmlns:a16="http://schemas.microsoft.com/office/drawing/2014/main" id="{838DC65E-B6BF-49C2-8BA9-B3242DDEAC22}"/>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For fictional or explicitly approved, minimized information only</a:t>
            </a:r>
          </a:p>
        </p:txBody>
      </p:sp>
      <p:sp>
        <p:nvSpPr>
          <p:cNvPr id="5" name="slide-number">
            <a:extLst xmlns:a="http://schemas.openxmlformats.org/drawingml/2006/main">
              <a:ext uri="{FF2B5EF4-FFF2-40B4-BE49-F238E27FC236}">
                <a16:creationId xmlns:a16="http://schemas.microsoft.com/office/drawing/2014/main" id="{1D7C573E-F433-4257-9D2A-B2E10F2FBC6A}"/>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25</a:t>
            </a:r>
          </a:p>
        </p:txBody>
      </p:sp>
      <p:sp>
        <p:nvSpPr>
          <p:cNvPr id="6" name="label1">
            <a:extLst xmlns:a="http://schemas.openxmlformats.org/drawingml/2006/main">
              <a:ext uri="{FF2B5EF4-FFF2-40B4-BE49-F238E27FC236}">
                <a16:creationId xmlns:a16="http://schemas.microsoft.com/office/drawing/2014/main" id="{AD746497-B881-4A43-92B8-E598E31CC3CA}"/>
              </a:ext>
            </a:extLst>
          </p:cNvPr>
          <p:cNvSpPr>
            <a:spLocks xmlns:a="http://schemas.openxmlformats.org/drawingml/2006/main" noGrp="1"/>
          </p:cNvSpPr>
          <p:nvPr/>
        </p:nvSpPr>
        <p:spPr>
          <a:xfrm xmlns:a="http://schemas.openxmlformats.org/drawingml/2006/main">
            <a:off x="609600" y="2162175"/>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7D87"/>
                </a:solidFill>
                <a:latin typeface="DejaVu Sans"/>
                <a:ea typeface="DejaVu Sans"/>
                <a:cs typeface="DejaVu Sans"/>
              </a:defRPr>
            </a:defPPr>
            <a:lvl1pPr>
              <a:defRPr sz="1500" b="1">
                <a:solidFill>
                  <a:srgbClr val="007D87"/>
                </a:solidFill>
                <a:latin typeface="DejaVu Sans"/>
                <a:ea typeface="DejaVu Sans"/>
                <a:cs typeface="DejaVu Sans"/>
              </a:defRPr>
            </a:lvl1pPr>
            <a:lvl2pPr>
              <a:defRPr sz="1500" b="1">
                <a:solidFill>
                  <a:srgbClr val="007D87"/>
                </a:solidFill>
                <a:latin typeface="DejaVu Sans"/>
                <a:ea typeface="DejaVu Sans"/>
                <a:cs typeface="DejaVu Sans"/>
              </a:defRPr>
            </a:lvl2pPr>
            <a:lvl3pPr>
              <a:defRPr sz="1500" b="1">
                <a:solidFill>
                  <a:srgbClr val="007D87"/>
                </a:solidFill>
                <a:latin typeface="DejaVu Sans"/>
                <a:ea typeface="DejaVu Sans"/>
                <a:cs typeface="DejaVu Sans"/>
              </a:defRPr>
            </a:lvl3pPr>
            <a:lvl4pPr>
              <a:defRPr sz="1500" b="1">
                <a:solidFill>
                  <a:srgbClr val="007D87"/>
                </a:solidFill>
                <a:latin typeface="DejaVu Sans"/>
                <a:ea typeface="DejaVu Sans"/>
                <a:cs typeface="DejaVu Sans"/>
              </a:defRPr>
            </a:lvl4pPr>
            <a:lvl5pPr>
              <a:defRPr sz="1500" b="1">
                <a:solidFill>
                  <a:srgbClr val="007D87"/>
                </a:solidFill>
                <a:latin typeface="DejaVu Sans"/>
                <a:ea typeface="DejaVu Sans"/>
                <a:cs typeface="DejaVu Sans"/>
              </a:defRPr>
            </a:lvl5pPr>
            <a:lvl6pPr>
              <a:defRPr sz="1500" b="1">
                <a:solidFill>
                  <a:srgbClr val="007D87"/>
                </a:solidFill>
                <a:latin typeface="DejaVu Sans"/>
                <a:ea typeface="DejaVu Sans"/>
                <a:cs typeface="DejaVu Sans"/>
              </a:defRPr>
            </a:lvl6pPr>
            <a:lvl7pPr>
              <a:defRPr sz="1500" b="1">
                <a:solidFill>
                  <a:srgbClr val="007D87"/>
                </a:solidFill>
                <a:latin typeface="DejaVu Sans"/>
                <a:ea typeface="DejaVu Sans"/>
                <a:cs typeface="DejaVu Sans"/>
              </a:defRPr>
            </a:lvl7pPr>
            <a:lvl8pPr>
              <a:defRPr sz="1500" b="1">
                <a:solidFill>
                  <a:srgbClr val="007D87"/>
                </a:solidFill>
                <a:latin typeface="DejaVu Sans"/>
                <a:ea typeface="DejaVu Sans"/>
                <a:cs typeface="DejaVu Sans"/>
              </a:defRPr>
            </a:lvl8pPr>
            <a:lvl9pPr>
              <a:defRPr sz="1500" b="1">
                <a:solidFill>
                  <a:srgbClr val="007D87"/>
                </a:solidFill>
                <a:latin typeface="DejaVu Sans"/>
                <a:ea typeface="DejaVu Sans"/>
                <a:cs typeface="DejaVu Sans"/>
              </a:defRPr>
            </a:lvl9pPr>
          </a:lstStyle>
          <a:p xmlns:a="http://schemas.openxmlformats.org/drawingml/2006/main">
            <a:pPr>
              <a:defRPr sz="1500" b="1">
                <a:solidFill>
                  <a:srgbClr val="007D87"/>
                </a:solidFill>
                <a:latin typeface="DejaVu Sans"/>
                <a:ea typeface="DejaVu Sans"/>
                <a:cs typeface="DejaVu Sans"/>
              </a:defRPr>
            </a:pPr>
            <a:r>
              <a:rPr sz="1500" b="1">
                <a:solidFill>
                  <a:srgbClr val="007D87"/>
                </a:solidFill>
                <a:latin typeface="DejaVu Sans"/>
                <a:ea typeface="DejaVu Sans"/>
                <a:cs typeface="DejaVu Sans"/>
              </a:rPr>
              <a:t>TASK AND SOURCE</a:t>
            </a:r>
          </a:p>
        </p:txBody>
      </p:sp>
      <p:sp>
        <p:nvSpPr>
          <p:cNvPr id="7" name="block1">
            <a:extLst xmlns:a="http://schemas.openxmlformats.org/drawingml/2006/main">
              <a:ext uri="{FF2B5EF4-FFF2-40B4-BE49-F238E27FC236}">
                <a16:creationId xmlns:a16="http://schemas.microsoft.com/office/drawing/2014/main" id="{60C16605-D705-481B-AC5E-33490C9C788A}"/>
              </a:ext>
            </a:extLst>
          </p:cNvPr>
          <p:cNvSpPr>
            <a:spLocks xmlns:a="http://schemas.openxmlformats.org/drawingml/2006/main" noGrp="1"/>
          </p:cNvSpPr>
          <p:nvPr/>
        </p:nvSpPr>
        <p:spPr>
          <a:xfrm xmlns:a="http://schemas.openxmlformats.org/drawingml/2006/main">
            <a:off x="609600" y="2619375"/>
            <a:ext cx="10906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23E4F"/>
                </a:solidFill>
                <a:latin typeface="DejaVu Sans"/>
                <a:ea typeface="DejaVu Sans"/>
                <a:cs typeface="DejaVu Sans"/>
              </a:defRPr>
            </a:defPPr>
            <a:lvl1pPr>
              <a:defRPr sz="2175" b="0">
                <a:solidFill>
                  <a:srgbClr val="123E4F"/>
                </a:solidFill>
                <a:latin typeface="DejaVu Sans"/>
                <a:ea typeface="DejaVu Sans"/>
                <a:cs typeface="DejaVu Sans"/>
              </a:defRPr>
            </a:lvl1pPr>
            <a:lvl2pPr>
              <a:defRPr sz="2175" b="0">
                <a:solidFill>
                  <a:srgbClr val="123E4F"/>
                </a:solidFill>
                <a:latin typeface="DejaVu Sans"/>
                <a:ea typeface="DejaVu Sans"/>
                <a:cs typeface="DejaVu Sans"/>
              </a:defRPr>
            </a:lvl2pPr>
            <a:lvl3pPr>
              <a:defRPr sz="2175" b="0">
                <a:solidFill>
                  <a:srgbClr val="123E4F"/>
                </a:solidFill>
                <a:latin typeface="DejaVu Sans"/>
                <a:ea typeface="DejaVu Sans"/>
                <a:cs typeface="DejaVu Sans"/>
              </a:defRPr>
            </a:lvl3pPr>
            <a:lvl4pPr>
              <a:defRPr sz="2175" b="0">
                <a:solidFill>
                  <a:srgbClr val="123E4F"/>
                </a:solidFill>
                <a:latin typeface="DejaVu Sans"/>
                <a:ea typeface="DejaVu Sans"/>
                <a:cs typeface="DejaVu Sans"/>
              </a:defRPr>
            </a:lvl4pPr>
            <a:lvl5pPr>
              <a:defRPr sz="2175" b="0">
                <a:solidFill>
                  <a:srgbClr val="123E4F"/>
                </a:solidFill>
                <a:latin typeface="DejaVu Sans"/>
                <a:ea typeface="DejaVu Sans"/>
                <a:cs typeface="DejaVu Sans"/>
              </a:defRPr>
            </a:lvl5pPr>
            <a:lvl6pPr>
              <a:defRPr sz="2175" b="0">
                <a:solidFill>
                  <a:srgbClr val="123E4F"/>
                </a:solidFill>
                <a:latin typeface="DejaVu Sans"/>
                <a:ea typeface="DejaVu Sans"/>
                <a:cs typeface="DejaVu Sans"/>
              </a:defRPr>
            </a:lvl6pPr>
            <a:lvl7pPr>
              <a:defRPr sz="2175" b="0">
                <a:solidFill>
                  <a:srgbClr val="123E4F"/>
                </a:solidFill>
                <a:latin typeface="DejaVu Sans"/>
                <a:ea typeface="DejaVu Sans"/>
                <a:cs typeface="DejaVu Sans"/>
              </a:defRPr>
            </a:lvl7pPr>
            <a:lvl8pPr>
              <a:defRPr sz="2175" b="0">
                <a:solidFill>
                  <a:srgbClr val="123E4F"/>
                </a:solidFill>
                <a:latin typeface="DejaVu Sans"/>
                <a:ea typeface="DejaVu Sans"/>
                <a:cs typeface="DejaVu Sans"/>
              </a:defRPr>
            </a:lvl8pPr>
            <a:lvl9pPr>
              <a:defRPr sz="2175" b="0">
                <a:solidFill>
                  <a:srgbClr val="123E4F"/>
                </a:solidFill>
                <a:latin typeface="DejaVu Sans"/>
                <a:ea typeface="DejaVu Sans"/>
                <a:cs typeface="DejaVu Sans"/>
              </a:defRPr>
            </a:lvl9pPr>
          </a:lstStyle>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Using only the supplied excerpt and published rubric,</a:t>
            </a:r>
          </a:p>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compare the evidence with one criterion.</a:t>
            </a:r>
          </a:p>
        </p:txBody>
      </p:sp>
      <p:sp>
        <p:nvSpPr>
          <p:cNvPr id="8" name="label2">
            <a:extLst xmlns:a="http://schemas.openxmlformats.org/drawingml/2006/main">
              <a:ext uri="{FF2B5EF4-FFF2-40B4-BE49-F238E27FC236}">
                <a16:creationId xmlns:a16="http://schemas.microsoft.com/office/drawing/2014/main" id="{BB43FCCE-7887-451A-A81F-AD359BB2D929}"/>
              </a:ext>
            </a:extLst>
          </p:cNvPr>
          <p:cNvSpPr>
            <a:spLocks xmlns:a="http://schemas.openxmlformats.org/drawingml/2006/main" noGrp="1"/>
          </p:cNvSpPr>
          <p:nvPr/>
        </p:nvSpPr>
        <p:spPr>
          <a:xfrm xmlns:a="http://schemas.openxmlformats.org/drawingml/2006/main">
            <a:off x="609600" y="373380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7D87"/>
                </a:solidFill>
                <a:latin typeface="DejaVu Sans"/>
                <a:ea typeface="DejaVu Sans"/>
                <a:cs typeface="DejaVu Sans"/>
              </a:defRPr>
            </a:defPPr>
            <a:lvl1pPr>
              <a:defRPr sz="1500" b="1">
                <a:solidFill>
                  <a:srgbClr val="007D87"/>
                </a:solidFill>
                <a:latin typeface="DejaVu Sans"/>
                <a:ea typeface="DejaVu Sans"/>
                <a:cs typeface="DejaVu Sans"/>
              </a:defRPr>
            </a:lvl1pPr>
            <a:lvl2pPr>
              <a:defRPr sz="1500" b="1">
                <a:solidFill>
                  <a:srgbClr val="007D87"/>
                </a:solidFill>
                <a:latin typeface="DejaVu Sans"/>
                <a:ea typeface="DejaVu Sans"/>
                <a:cs typeface="DejaVu Sans"/>
              </a:defRPr>
            </a:lvl2pPr>
            <a:lvl3pPr>
              <a:defRPr sz="1500" b="1">
                <a:solidFill>
                  <a:srgbClr val="007D87"/>
                </a:solidFill>
                <a:latin typeface="DejaVu Sans"/>
                <a:ea typeface="DejaVu Sans"/>
                <a:cs typeface="DejaVu Sans"/>
              </a:defRPr>
            </a:lvl3pPr>
            <a:lvl4pPr>
              <a:defRPr sz="1500" b="1">
                <a:solidFill>
                  <a:srgbClr val="007D87"/>
                </a:solidFill>
                <a:latin typeface="DejaVu Sans"/>
                <a:ea typeface="DejaVu Sans"/>
                <a:cs typeface="DejaVu Sans"/>
              </a:defRPr>
            </a:lvl4pPr>
            <a:lvl5pPr>
              <a:defRPr sz="1500" b="1">
                <a:solidFill>
                  <a:srgbClr val="007D87"/>
                </a:solidFill>
                <a:latin typeface="DejaVu Sans"/>
                <a:ea typeface="DejaVu Sans"/>
                <a:cs typeface="DejaVu Sans"/>
              </a:defRPr>
            </a:lvl5pPr>
            <a:lvl6pPr>
              <a:defRPr sz="1500" b="1">
                <a:solidFill>
                  <a:srgbClr val="007D87"/>
                </a:solidFill>
                <a:latin typeface="DejaVu Sans"/>
                <a:ea typeface="DejaVu Sans"/>
                <a:cs typeface="DejaVu Sans"/>
              </a:defRPr>
            </a:lvl6pPr>
            <a:lvl7pPr>
              <a:defRPr sz="1500" b="1">
                <a:solidFill>
                  <a:srgbClr val="007D87"/>
                </a:solidFill>
                <a:latin typeface="DejaVu Sans"/>
                <a:ea typeface="DejaVu Sans"/>
                <a:cs typeface="DejaVu Sans"/>
              </a:defRPr>
            </a:lvl7pPr>
            <a:lvl8pPr>
              <a:defRPr sz="1500" b="1">
                <a:solidFill>
                  <a:srgbClr val="007D87"/>
                </a:solidFill>
                <a:latin typeface="DejaVu Sans"/>
                <a:ea typeface="DejaVu Sans"/>
                <a:cs typeface="DejaVu Sans"/>
              </a:defRPr>
            </a:lvl8pPr>
            <a:lvl9pPr>
              <a:defRPr sz="1500" b="1">
                <a:solidFill>
                  <a:srgbClr val="007D87"/>
                </a:solidFill>
                <a:latin typeface="DejaVu Sans"/>
                <a:ea typeface="DejaVu Sans"/>
                <a:cs typeface="DejaVu Sans"/>
              </a:defRPr>
            </a:lvl9pPr>
          </a:lstStyle>
          <a:p xmlns:a="http://schemas.openxmlformats.org/drawingml/2006/main">
            <a:pPr>
              <a:defRPr sz="1500" b="1">
                <a:solidFill>
                  <a:srgbClr val="007D87"/>
                </a:solidFill>
                <a:latin typeface="DejaVu Sans"/>
                <a:ea typeface="DejaVu Sans"/>
                <a:cs typeface="DejaVu Sans"/>
              </a:defRPr>
            </a:pPr>
            <a:r>
              <a:rPr sz="1500" b="1">
                <a:solidFill>
                  <a:srgbClr val="007D87"/>
                </a:solidFill>
                <a:latin typeface="DejaVu Sans"/>
                <a:ea typeface="DejaVu Sans"/>
                <a:cs typeface="DejaVu Sans"/>
              </a:rPr>
              <a:t>OUTPUT</a:t>
            </a:r>
          </a:p>
        </p:txBody>
      </p:sp>
      <p:sp>
        <p:nvSpPr>
          <p:cNvPr id="9" name="block2">
            <a:extLst xmlns:a="http://schemas.openxmlformats.org/drawingml/2006/main">
              <a:ext uri="{FF2B5EF4-FFF2-40B4-BE49-F238E27FC236}">
                <a16:creationId xmlns:a16="http://schemas.microsoft.com/office/drawing/2014/main" id="{CF636300-0378-4CBC-B470-FCB631E918A2}"/>
              </a:ext>
            </a:extLst>
          </p:cNvPr>
          <p:cNvSpPr>
            <a:spLocks xmlns:a="http://schemas.openxmlformats.org/drawingml/2006/main" noGrp="1"/>
          </p:cNvSpPr>
          <p:nvPr/>
        </p:nvSpPr>
        <p:spPr>
          <a:xfrm xmlns:a="http://schemas.openxmlformats.org/drawingml/2006/main">
            <a:off x="609600" y="4171950"/>
            <a:ext cx="10906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23E4F"/>
                </a:solidFill>
                <a:latin typeface="DejaVu Sans"/>
                <a:ea typeface="DejaVu Sans"/>
                <a:cs typeface="DejaVu Sans"/>
              </a:defRPr>
            </a:defPPr>
            <a:lvl1pPr>
              <a:defRPr sz="2175" b="0">
                <a:solidFill>
                  <a:srgbClr val="123E4F"/>
                </a:solidFill>
                <a:latin typeface="DejaVu Sans"/>
                <a:ea typeface="DejaVu Sans"/>
                <a:cs typeface="DejaVu Sans"/>
              </a:defRPr>
            </a:lvl1pPr>
            <a:lvl2pPr>
              <a:defRPr sz="2175" b="0">
                <a:solidFill>
                  <a:srgbClr val="123E4F"/>
                </a:solidFill>
                <a:latin typeface="DejaVu Sans"/>
                <a:ea typeface="DejaVu Sans"/>
                <a:cs typeface="DejaVu Sans"/>
              </a:defRPr>
            </a:lvl2pPr>
            <a:lvl3pPr>
              <a:defRPr sz="2175" b="0">
                <a:solidFill>
                  <a:srgbClr val="123E4F"/>
                </a:solidFill>
                <a:latin typeface="DejaVu Sans"/>
                <a:ea typeface="DejaVu Sans"/>
                <a:cs typeface="DejaVu Sans"/>
              </a:defRPr>
            </a:lvl3pPr>
            <a:lvl4pPr>
              <a:defRPr sz="2175" b="0">
                <a:solidFill>
                  <a:srgbClr val="123E4F"/>
                </a:solidFill>
                <a:latin typeface="DejaVu Sans"/>
                <a:ea typeface="DejaVu Sans"/>
                <a:cs typeface="DejaVu Sans"/>
              </a:defRPr>
            </a:lvl4pPr>
            <a:lvl5pPr>
              <a:defRPr sz="2175" b="0">
                <a:solidFill>
                  <a:srgbClr val="123E4F"/>
                </a:solidFill>
                <a:latin typeface="DejaVu Sans"/>
                <a:ea typeface="DejaVu Sans"/>
                <a:cs typeface="DejaVu Sans"/>
              </a:defRPr>
            </a:lvl5pPr>
            <a:lvl6pPr>
              <a:defRPr sz="2175" b="0">
                <a:solidFill>
                  <a:srgbClr val="123E4F"/>
                </a:solidFill>
                <a:latin typeface="DejaVu Sans"/>
                <a:ea typeface="DejaVu Sans"/>
                <a:cs typeface="DejaVu Sans"/>
              </a:defRPr>
            </a:lvl6pPr>
            <a:lvl7pPr>
              <a:defRPr sz="2175" b="0">
                <a:solidFill>
                  <a:srgbClr val="123E4F"/>
                </a:solidFill>
                <a:latin typeface="DejaVu Sans"/>
                <a:ea typeface="DejaVu Sans"/>
                <a:cs typeface="DejaVu Sans"/>
              </a:defRPr>
            </a:lvl7pPr>
            <a:lvl8pPr>
              <a:defRPr sz="2175" b="0">
                <a:solidFill>
                  <a:srgbClr val="123E4F"/>
                </a:solidFill>
                <a:latin typeface="DejaVu Sans"/>
                <a:ea typeface="DejaVu Sans"/>
                <a:cs typeface="DejaVu Sans"/>
              </a:defRPr>
            </a:lvl8pPr>
            <a:lvl9pPr>
              <a:defRPr sz="2175" b="0">
                <a:solidFill>
                  <a:srgbClr val="123E4F"/>
                </a:solidFill>
                <a:latin typeface="DejaVu Sans"/>
                <a:ea typeface="DejaVu Sans"/>
                <a:cs typeface="DejaVu Sans"/>
              </a:defRPr>
            </a:lvl9pPr>
          </a:lstStyle>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Return the criterion, an exact quote, its source location,</a:t>
            </a:r>
          </a:p>
          <a:p xmlns:a="http://schemas.openxmlformats.org/drawingml/2006/main">
            <a:pPr>
              <a:defRPr sz="2175" b="0">
                <a:solidFill>
                  <a:srgbClr val="123E4F"/>
                </a:solidFill>
                <a:latin typeface="DejaVu Sans"/>
                <a:ea typeface="DejaVu Sans"/>
                <a:cs typeface="DejaVu Sans"/>
              </a:defRPr>
            </a:pPr>
            <a:r>
              <a:rPr sz="2175" b="0">
                <a:solidFill>
                  <a:srgbClr val="123E4F"/>
                </a:solidFill>
                <a:latin typeface="DejaVu Sans"/>
                <a:ea typeface="DejaVu Sans"/>
                <a:cs typeface="DejaVu Sans"/>
              </a:rPr>
              <a:t>missing evidence, and one neutral follow-up question.</a:t>
            </a:r>
          </a:p>
        </p:txBody>
      </p:sp>
      <p:sp>
        <p:nvSpPr>
          <p:cNvPr id="10" name="label3">
            <a:extLst xmlns:a="http://schemas.openxmlformats.org/drawingml/2006/main">
              <a:ext uri="{FF2B5EF4-FFF2-40B4-BE49-F238E27FC236}">
                <a16:creationId xmlns:a16="http://schemas.microsoft.com/office/drawing/2014/main" id="{9AF80157-30B2-4ADF-B926-025C802A58A4}"/>
              </a:ext>
            </a:extLst>
          </p:cNvPr>
          <p:cNvSpPr>
            <a:spLocks xmlns:a="http://schemas.openxmlformats.org/drawingml/2006/main" noGrp="1"/>
          </p:cNvSpPr>
          <p:nvPr/>
        </p:nvSpPr>
        <p:spPr>
          <a:xfrm xmlns:a="http://schemas.openxmlformats.org/drawingml/2006/main">
            <a:off x="609600" y="525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D84D20"/>
                </a:solidFill>
                <a:latin typeface="DejaVu Sans"/>
                <a:ea typeface="DejaVu Sans"/>
                <a:cs typeface="DejaVu Sans"/>
              </a:defRPr>
            </a:defPPr>
            <a:lvl1pPr>
              <a:defRPr sz="1500" b="1">
                <a:solidFill>
                  <a:srgbClr val="D84D20"/>
                </a:solidFill>
                <a:latin typeface="DejaVu Sans"/>
                <a:ea typeface="DejaVu Sans"/>
                <a:cs typeface="DejaVu Sans"/>
              </a:defRPr>
            </a:lvl1pPr>
            <a:lvl2pPr>
              <a:defRPr sz="1500" b="1">
                <a:solidFill>
                  <a:srgbClr val="D84D20"/>
                </a:solidFill>
                <a:latin typeface="DejaVu Sans"/>
                <a:ea typeface="DejaVu Sans"/>
                <a:cs typeface="DejaVu Sans"/>
              </a:defRPr>
            </a:lvl2pPr>
            <a:lvl3pPr>
              <a:defRPr sz="1500" b="1">
                <a:solidFill>
                  <a:srgbClr val="D84D20"/>
                </a:solidFill>
                <a:latin typeface="DejaVu Sans"/>
                <a:ea typeface="DejaVu Sans"/>
                <a:cs typeface="DejaVu Sans"/>
              </a:defRPr>
            </a:lvl3pPr>
            <a:lvl4pPr>
              <a:defRPr sz="1500" b="1">
                <a:solidFill>
                  <a:srgbClr val="D84D20"/>
                </a:solidFill>
                <a:latin typeface="DejaVu Sans"/>
                <a:ea typeface="DejaVu Sans"/>
                <a:cs typeface="DejaVu Sans"/>
              </a:defRPr>
            </a:lvl4pPr>
            <a:lvl5pPr>
              <a:defRPr sz="1500" b="1">
                <a:solidFill>
                  <a:srgbClr val="D84D20"/>
                </a:solidFill>
                <a:latin typeface="DejaVu Sans"/>
                <a:ea typeface="DejaVu Sans"/>
                <a:cs typeface="DejaVu Sans"/>
              </a:defRPr>
            </a:lvl5pPr>
            <a:lvl6pPr>
              <a:defRPr sz="1500" b="1">
                <a:solidFill>
                  <a:srgbClr val="D84D20"/>
                </a:solidFill>
                <a:latin typeface="DejaVu Sans"/>
                <a:ea typeface="DejaVu Sans"/>
                <a:cs typeface="DejaVu Sans"/>
              </a:defRPr>
            </a:lvl6pPr>
            <a:lvl7pPr>
              <a:defRPr sz="1500" b="1">
                <a:solidFill>
                  <a:srgbClr val="D84D20"/>
                </a:solidFill>
                <a:latin typeface="DejaVu Sans"/>
                <a:ea typeface="DejaVu Sans"/>
                <a:cs typeface="DejaVu Sans"/>
              </a:defRPr>
            </a:lvl7pPr>
            <a:lvl8pPr>
              <a:defRPr sz="1500" b="1">
                <a:solidFill>
                  <a:srgbClr val="D84D20"/>
                </a:solidFill>
                <a:latin typeface="DejaVu Sans"/>
                <a:ea typeface="DejaVu Sans"/>
                <a:cs typeface="DejaVu Sans"/>
              </a:defRPr>
            </a:lvl8pPr>
            <a:lvl9pPr>
              <a:defRPr sz="1500" b="1">
                <a:solidFill>
                  <a:srgbClr val="D84D20"/>
                </a:solidFill>
                <a:latin typeface="DejaVu Sans"/>
                <a:ea typeface="DejaVu Sans"/>
                <a:cs typeface="DejaVu Sans"/>
              </a:defRPr>
            </a:lvl9pPr>
          </a:lstStyle>
          <a:p xmlns:a="http://schemas.openxmlformats.org/drawingml/2006/main">
            <a:pPr>
              <a:defRPr sz="1500" b="1">
                <a:solidFill>
                  <a:srgbClr val="D84D20"/>
                </a:solidFill>
                <a:latin typeface="DejaVu Sans"/>
                <a:ea typeface="DejaVu Sans"/>
                <a:cs typeface="DejaVu Sans"/>
              </a:defRPr>
            </a:pPr>
            <a:r>
              <a:rPr sz="1500" b="1">
                <a:solidFill>
                  <a:srgbClr val="D84D20"/>
                </a:solidFill>
                <a:latin typeface="DejaVu Sans"/>
                <a:ea typeface="DejaVu Sans"/>
                <a:cs typeface="DejaVu Sans"/>
              </a:rPr>
              <a:t>BOUNDARY</a:t>
            </a:r>
          </a:p>
        </p:txBody>
      </p:sp>
      <p:sp>
        <p:nvSpPr>
          <p:cNvPr id="11" name="block3">
            <a:extLst xmlns:a="http://schemas.openxmlformats.org/drawingml/2006/main">
              <a:ext uri="{FF2B5EF4-FFF2-40B4-BE49-F238E27FC236}">
                <a16:creationId xmlns:a16="http://schemas.microsoft.com/office/drawing/2014/main" id="{108E4C2D-9119-400A-BCC3-83CA832AD7D8}"/>
              </a:ext>
            </a:extLst>
          </p:cNvPr>
          <p:cNvSpPr>
            <a:spLocks xmlns:a="http://schemas.openxmlformats.org/drawingml/2006/main" noGrp="1"/>
          </p:cNvSpPr>
          <p:nvPr/>
        </p:nvSpPr>
        <p:spPr>
          <a:xfrm xmlns:a="http://schemas.openxmlformats.org/drawingml/2006/main">
            <a:off x="609600" y="5657850"/>
            <a:ext cx="10906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23E4F"/>
                </a:solidFill>
                <a:latin typeface="DejaVu Sans"/>
                <a:ea typeface="DejaVu Sans"/>
                <a:cs typeface="DejaVu Sans"/>
              </a:defRPr>
            </a:defPPr>
            <a:lvl1pPr>
              <a:defRPr sz="1950" b="0">
                <a:solidFill>
                  <a:srgbClr val="123E4F"/>
                </a:solidFill>
                <a:latin typeface="DejaVu Sans"/>
                <a:ea typeface="DejaVu Sans"/>
                <a:cs typeface="DejaVu Sans"/>
              </a:defRPr>
            </a:lvl1pPr>
            <a:lvl2pPr>
              <a:defRPr sz="1950" b="0">
                <a:solidFill>
                  <a:srgbClr val="123E4F"/>
                </a:solidFill>
                <a:latin typeface="DejaVu Sans"/>
                <a:ea typeface="DejaVu Sans"/>
                <a:cs typeface="DejaVu Sans"/>
              </a:defRPr>
            </a:lvl2pPr>
            <a:lvl3pPr>
              <a:defRPr sz="1950" b="0">
                <a:solidFill>
                  <a:srgbClr val="123E4F"/>
                </a:solidFill>
                <a:latin typeface="DejaVu Sans"/>
                <a:ea typeface="DejaVu Sans"/>
                <a:cs typeface="DejaVu Sans"/>
              </a:defRPr>
            </a:lvl3pPr>
            <a:lvl4pPr>
              <a:defRPr sz="1950" b="0">
                <a:solidFill>
                  <a:srgbClr val="123E4F"/>
                </a:solidFill>
                <a:latin typeface="DejaVu Sans"/>
                <a:ea typeface="DejaVu Sans"/>
                <a:cs typeface="DejaVu Sans"/>
              </a:defRPr>
            </a:lvl4pPr>
            <a:lvl5pPr>
              <a:defRPr sz="1950" b="0">
                <a:solidFill>
                  <a:srgbClr val="123E4F"/>
                </a:solidFill>
                <a:latin typeface="DejaVu Sans"/>
                <a:ea typeface="DejaVu Sans"/>
                <a:cs typeface="DejaVu Sans"/>
              </a:defRPr>
            </a:lvl5pPr>
            <a:lvl6pPr>
              <a:defRPr sz="1950" b="0">
                <a:solidFill>
                  <a:srgbClr val="123E4F"/>
                </a:solidFill>
                <a:latin typeface="DejaVu Sans"/>
                <a:ea typeface="DejaVu Sans"/>
                <a:cs typeface="DejaVu Sans"/>
              </a:defRPr>
            </a:lvl6pPr>
            <a:lvl7pPr>
              <a:defRPr sz="1950" b="0">
                <a:solidFill>
                  <a:srgbClr val="123E4F"/>
                </a:solidFill>
                <a:latin typeface="DejaVu Sans"/>
                <a:ea typeface="DejaVu Sans"/>
                <a:cs typeface="DejaVu Sans"/>
              </a:defRPr>
            </a:lvl7pPr>
            <a:lvl8pPr>
              <a:defRPr sz="1950" b="0">
                <a:solidFill>
                  <a:srgbClr val="123E4F"/>
                </a:solidFill>
                <a:latin typeface="DejaVu Sans"/>
                <a:ea typeface="DejaVu Sans"/>
                <a:cs typeface="DejaVu Sans"/>
              </a:defRPr>
            </a:lvl8pPr>
            <a:lvl9pPr>
              <a:defRPr sz="1950" b="0">
                <a:solidFill>
                  <a:srgbClr val="123E4F"/>
                </a:solidFill>
                <a:latin typeface="DejaVu Sans"/>
                <a:ea typeface="DejaVu Sans"/>
                <a:cs typeface="DejaVu Sans"/>
              </a:defRPr>
            </a:lvl9pPr>
          </a:lstStyle>
          <a:p xmlns:a="http://schemas.openxmlformats.org/drawingml/2006/main">
            <a:pPr>
              <a:defRPr sz="1950" b="0">
                <a:solidFill>
                  <a:srgbClr val="123E4F"/>
                </a:solidFill>
                <a:latin typeface="DejaVu Sans"/>
                <a:ea typeface="DejaVu Sans"/>
                <a:cs typeface="DejaVu Sans"/>
              </a:defRPr>
            </a:pPr>
            <a:r>
              <a:rPr sz="1950" b="0">
                <a:solidFill>
                  <a:srgbClr val="123E4F"/>
                </a:solidFill>
                <a:latin typeface="DejaVu Sans"/>
                <a:ea typeface="DejaVu Sans"/>
                <a:cs typeface="DejaVu Sans"/>
              </a:rPr>
              <a:t>Do not invent facts, infer traits, rank applicants, or recommend awards.</a:t>
            </a:r>
          </a:p>
        </p:txBody>
      </p:sp>
    </p:spTree>
    <p:extLst>
      <p:ext uri="{BB962C8B-B14F-4D97-AF65-F5344CB8AC3E}">
        <p14:creationId xmlns:p14="http://schemas.microsoft.com/office/powerpoint/2010/main" val="9129648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FF7AD0E-869C-4FC2-AE01-A56BDEFD9C1E}"/>
              </a:ext>
            </a:extLst>
          </p:cNvPr>
          <p:cNvPicPr>
            <a:picLocks xmlns:a="http://schemas.openxmlformats.org/drawingml/2006/main" noChangeAspect="1"/>
          </p:cNvPicPr>
          <p:nvPr/>
        </p:nvPicPr>
        <p:blipFill>
          <a:blip xmlns:r="http://schemas.openxmlformats.org/officeDocument/2006/relationships" xmlns:a="http://schemas.openxmlformats.org/drawingml/2006/main" r:embed="R89d15961bd0c4663"/>
          <a:stretch xmlns:a="http://schemas.openxmlformats.org/drawingml/2006/main"/>
        </p:blipFill>
        <p:spPr>
          <a:xfrm xmlns:a="http://schemas.openxmlformats.org/drawingml/2006/main">
            <a:off x="662" y="0"/>
            <a:ext cx="12190676"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1D2EA2B1-E3CE-4624-8C09-4178ACF9C6F7}"/>
              </a:ext>
            </a:extLst>
          </p:cNvPr>
          <p:cNvSpPr>
            <a:spLocks xmlns:a="http://schemas.openxmlformats.org/drawingml/2006/main" noGrp="1"/>
          </p:cNvSpPr>
          <p:nvPr/>
        </p:nvSpPr>
        <p:spPr>
          <a:xfrm xmlns:a="http://schemas.openxmlformats.org/drawingml/2006/main">
            <a:off x="609600" y="5810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23E4F"/>
                </a:solidFill>
                <a:latin typeface="DejaVu Sans"/>
                <a:ea typeface="DejaVu Sans"/>
                <a:cs typeface="DejaVu Sans"/>
              </a:defRPr>
            </a:defPPr>
            <a:lvl1pPr>
              <a:defRPr sz="3300" b="1">
                <a:solidFill>
                  <a:srgbClr val="123E4F"/>
                </a:solidFill>
                <a:latin typeface="DejaVu Sans"/>
                <a:ea typeface="DejaVu Sans"/>
                <a:cs typeface="DejaVu Sans"/>
              </a:defRPr>
            </a:lvl1pPr>
            <a:lvl2pPr>
              <a:defRPr sz="3300" b="1">
                <a:solidFill>
                  <a:srgbClr val="123E4F"/>
                </a:solidFill>
                <a:latin typeface="DejaVu Sans"/>
                <a:ea typeface="DejaVu Sans"/>
                <a:cs typeface="DejaVu Sans"/>
              </a:defRPr>
            </a:lvl2pPr>
            <a:lvl3pPr>
              <a:defRPr sz="3300" b="1">
                <a:solidFill>
                  <a:srgbClr val="123E4F"/>
                </a:solidFill>
                <a:latin typeface="DejaVu Sans"/>
                <a:ea typeface="DejaVu Sans"/>
                <a:cs typeface="DejaVu Sans"/>
              </a:defRPr>
            </a:lvl3pPr>
            <a:lvl4pPr>
              <a:defRPr sz="3300" b="1">
                <a:solidFill>
                  <a:srgbClr val="123E4F"/>
                </a:solidFill>
                <a:latin typeface="DejaVu Sans"/>
                <a:ea typeface="DejaVu Sans"/>
                <a:cs typeface="DejaVu Sans"/>
              </a:defRPr>
            </a:lvl4pPr>
            <a:lvl5pPr>
              <a:defRPr sz="3300" b="1">
                <a:solidFill>
                  <a:srgbClr val="123E4F"/>
                </a:solidFill>
                <a:latin typeface="DejaVu Sans"/>
                <a:ea typeface="DejaVu Sans"/>
                <a:cs typeface="DejaVu Sans"/>
              </a:defRPr>
            </a:lvl5pPr>
            <a:lvl6pPr>
              <a:defRPr sz="3300" b="1">
                <a:solidFill>
                  <a:srgbClr val="123E4F"/>
                </a:solidFill>
                <a:latin typeface="DejaVu Sans"/>
                <a:ea typeface="DejaVu Sans"/>
                <a:cs typeface="DejaVu Sans"/>
              </a:defRPr>
            </a:lvl6pPr>
            <a:lvl7pPr>
              <a:defRPr sz="3300" b="1">
                <a:solidFill>
                  <a:srgbClr val="123E4F"/>
                </a:solidFill>
                <a:latin typeface="DejaVu Sans"/>
                <a:ea typeface="DejaVu Sans"/>
                <a:cs typeface="DejaVu Sans"/>
              </a:defRPr>
            </a:lvl7pPr>
            <a:lvl8pPr>
              <a:defRPr sz="3300" b="1">
                <a:solidFill>
                  <a:srgbClr val="123E4F"/>
                </a:solidFill>
                <a:latin typeface="DejaVu Sans"/>
                <a:ea typeface="DejaVu Sans"/>
                <a:cs typeface="DejaVu Sans"/>
              </a:defRPr>
            </a:lvl8pPr>
            <a:lvl9pPr>
              <a:defRPr sz="3300" b="1">
                <a:solidFill>
                  <a:srgbClr val="123E4F"/>
                </a:solidFill>
                <a:latin typeface="DejaVu Sans"/>
                <a:ea typeface="DejaVu Sans"/>
                <a:cs typeface="DejaVu Sans"/>
              </a:defRPr>
            </a:lvl9pPr>
          </a:lstStyle>
          <a:p xmlns:a="http://schemas.openxmlformats.org/drawingml/2006/main">
            <a:pPr>
              <a:defRPr sz="3300" b="1">
                <a:solidFill>
                  <a:srgbClr val="123E4F"/>
                </a:solidFill>
                <a:latin typeface="DejaVu Sans"/>
                <a:ea typeface="DejaVu Sans"/>
                <a:cs typeface="DejaVu Sans"/>
              </a:defRPr>
            </a:pPr>
            <a:r>
              <a:rPr sz="3300" b="1">
                <a:solidFill>
                  <a:srgbClr val="123E4F"/>
                </a:solidFill>
                <a:latin typeface="DejaVu Sans"/>
                <a:ea typeface="DejaVu Sans"/>
                <a:cs typeface="DejaVu Sans"/>
              </a:rPr>
              <a:t>Resources for your team</a:t>
            </a:r>
          </a:p>
        </p:txBody>
      </p:sp>
      <p:sp>
        <p:nvSpPr>
          <p:cNvPr id="4" name="subtitle">
            <a:extLst xmlns:a="http://schemas.openxmlformats.org/drawingml/2006/main">
              <a:ext uri="{FF2B5EF4-FFF2-40B4-BE49-F238E27FC236}">
                <a16:creationId xmlns:a16="http://schemas.microsoft.com/office/drawing/2014/main" id="{8D2DA047-C07D-4DC2-8863-785BBB47A02D}"/>
              </a:ext>
            </a:extLst>
          </p:cNvPr>
          <p:cNvSpPr>
            <a:spLocks xmlns:a="http://schemas.openxmlformats.org/drawingml/2006/main" noGrp="1"/>
          </p:cNvSpPr>
          <p:nvPr/>
        </p:nvSpPr>
        <p:spPr>
          <a:xfrm xmlns:a="http://schemas.openxmlformats.org/drawingml/2006/main">
            <a:off x="609600" y="14001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48636E"/>
                </a:solidFill>
                <a:latin typeface="DejaVu Sans"/>
                <a:ea typeface="DejaVu Sans"/>
                <a:cs typeface="DejaVu Sans"/>
              </a:defRPr>
            </a:defPPr>
            <a:lvl1pPr>
              <a:defRPr sz="1800" b="0">
                <a:solidFill>
                  <a:srgbClr val="48636E"/>
                </a:solidFill>
                <a:latin typeface="DejaVu Sans"/>
                <a:ea typeface="DejaVu Sans"/>
                <a:cs typeface="DejaVu Sans"/>
              </a:defRPr>
            </a:lvl1pPr>
            <a:lvl2pPr>
              <a:defRPr sz="1800" b="0">
                <a:solidFill>
                  <a:srgbClr val="48636E"/>
                </a:solidFill>
                <a:latin typeface="DejaVu Sans"/>
                <a:ea typeface="DejaVu Sans"/>
                <a:cs typeface="DejaVu Sans"/>
              </a:defRPr>
            </a:lvl2pPr>
            <a:lvl3pPr>
              <a:defRPr sz="1800" b="0">
                <a:solidFill>
                  <a:srgbClr val="48636E"/>
                </a:solidFill>
                <a:latin typeface="DejaVu Sans"/>
                <a:ea typeface="DejaVu Sans"/>
                <a:cs typeface="DejaVu Sans"/>
              </a:defRPr>
            </a:lvl3pPr>
            <a:lvl4pPr>
              <a:defRPr sz="1800" b="0">
                <a:solidFill>
                  <a:srgbClr val="48636E"/>
                </a:solidFill>
                <a:latin typeface="DejaVu Sans"/>
                <a:ea typeface="DejaVu Sans"/>
                <a:cs typeface="DejaVu Sans"/>
              </a:defRPr>
            </a:lvl4pPr>
            <a:lvl5pPr>
              <a:defRPr sz="1800" b="0">
                <a:solidFill>
                  <a:srgbClr val="48636E"/>
                </a:solidFill>
                <a:latin typeface="DejaVu Sans"/>
                <a:ea typeface="DejaVu Sans"/>
                <a:cs typeface="DejaVu Sans"/>
              </a:defRPr>
            </a:lvl5pPr>
            <a:lvl6pPr>
              <a:defRPr sz="1800" b="0">
                <a:solidFill>
                  <a:srgbClr val="48636E"/>
                </a:solidFill>
                <a:latin typeface="DejaVu Sans"/>
                <a:ea typeface="DejaVu Sans"/>
                <a:cs typeface="DejaVu Sans"/>
              </a:defRPr>
            </a:lvl6pPr>
            <a:lvl7pPr>
              <a:defRPr sz="1800" b="0">
                <a:solidFill>
                  <a:srgbClr val="48636E"/>
                </a:solidFill>
                <a:latin typeface="DejaVu Sans"/>
                <a:ea typeface="DejaVu Sans"/>
                <a:cs typeface="DejaVu Sans"/>
              </a:defRPr>
            </a:lvl7pPr>
            <a:lvl8pPr>
              <a:defRPr sz="1800" b="0">
                <a:solidFill>
                  <a:srgbClr val="48636E"/>
                </a:solidFill>
                <a:latin typeface="DejaVu Sans"/>
                <a:ea typeface="DejaVu Sans"/>
                <a:cs typeface="DejaVu Sans"/>
              </a:defRPr>
            </a:lvl8pPr>
            <a:lvl9pPr>
              <a:defRPr sz="1800" b="0">
                <a:solidFill>
                  <a:srgbClr val="48636E"/>
                </a:solidFill>
                <a:latin typeface="DejaVu Sans"/>
                <a:ea typeface="DejaVu Sans"/>
                <a:cs typeface="DejaVu Sans"/>
              </a:defRPr>
            </a:lvl9pPr>
          </a:lstStyle>
          <a:p xmlns:a="http://schemas.openxmlformats.org/drawingml/2006/main">
            <a:pPr>
              <a:defRPr sz="1800" b="0">
                <a:solidFill>
                  <a:srgbClr val="48636E"/>
                </a:solidFill>
                <a:latin typeface="DejaVu Sans"/>
                <a:ea typeface="DejaVu Sans"/>
                <a:cs typeface="DejaVu Sans"/>
              </a:defRPr>
            </a:pPr>
            <a:r>
              <a:rPr sz="1800" b="0">
                <a:solidFill>
                  <a:srgbClr val="48636E"/>
                </a:solidFill>
                <a:latin typeface="DejaVu Sans"/>
                <a:ea typeface="DejaVu Sans"/>
                <a:cs typeface="DejaVu Sans"/>
              </a:rPr>
              <a:t>Starting points for local review practices</a:t>
            </a:r>
          </a:p>
        </p:txBody>
      </p:sp>
      <p:sp>
        <p:nvSpPr>
          <p:cNvPr id="5" name="slide-number">
            <a:extLst xmlns:a="http://schemas.openxmlformats.org/drawingml/2006/main">
              <a:ext uri="{FF2B5EF4-FFF2-40B4-BE49-F238E27FC236}">
                <a16:creationId xmlns:a16="http://schemas.microsoft.com/office/drawing/2014/main" id="{74835E15-C094-4438-90DC-76405D4AA8C2}"/>
              </a:ext>
            </a:extLst>
          </p:cNvPr>
          <p:cNvSpPr>
            <a:spLocks xmlns:a="http://schemas.openxmlformats.org/drawingml/2006/main" noGrp="1"/>
          </p:cNvSpPr>
          <p:nvPr/>
        </p:nvSpPr>
        <p:spPr>
          <a:xfrm xmlns:a="http://schemas.openxmlformats.org/drawingml/2006/main">
            <a:off x="609600" y="6429375"/>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7D87"/>
                </a:solidFill>
                <a:latin typeface="DejaVu Sans"/>
                <a:ea typeface="DejaVu Sans"/>
                <a:cs typeface="DejaVu Sans"/>
              </a:defRPr>
            </a:defPPr>
            <a:lvl1pPr>
              <a:defRPr sz="1200" b="1">
                <a:solidFill>
                  <a:srgbClr val="007D87"/>
                </a:solidFill>
                <a:latin typeface="DejaVu Sans"/>
                <a:ea typeface="DejaVu Sans"/>
                <a:cs typeface="DejaVu Sans"/>
              </a:defRPr>
            </a:lvl1pPr>
            <a:lvl2pPr>
              <a:defRPr sz="1200" b="1">
                <a:solidFill>
                  <a:srgbClr val="007D87"/>
                </a:solidFill>
                <a:latin typeface="DejaVu Sans"/>
                <a:ea typeface="DejaVu Sans"/>
                <a:cs typeface="DejaVu Sans"/>
              </a:defRPr>
            </a:lvl2pPr>
            <a:lvl3pPr>
              <a:defRPr sz="1200" b="1">
                <a:solidFill>
                  <a:srgbClr val="007D87"/>
                </a:solidFill>
                <a:latin typeface="DejaVu Sans"/>
                <a:ea typeface="DejaVu Sans"/>
                <a:cs typeface="DejaVu Sans"/>
              </a:defRPr>
            </a:lvl3pPr>
            <a:lvl4pPr>
              <a:defRPr sz="1200" b="1">
                <a:solidFill>
                  <a:srgbClr val="007D87"/>
                </a:solidFill>
                <a:latin typeface="DejaVu Sans"/>
                <a:ea typeface="DejaVu Sans"/>
                <a:cs typeface="DejaVu Sans"/>
              </a:defRPr>
            </a:lvl4pPr>
            <a:lvl5pPr>
              <a:defRPr sz="1200" b="1">
                <a:solidFill>
                  <a:srgbClr val="007D87"/>
                </a:solidFill>
                <a:latin typeface="DejaVu Sans"/>
                <a:ea typeface="DejaVu Sans"/>
                <a:cs typeface="DejaVu Sans"/>
              </a:defRPr>
            </a:lvl5pPr>
            <a:lvl6pPr>
              <a:defRPr sz="1200" b="1">
                <a:solidFill>
                  <a:srgbClr val="007D87"/>
                </a:solidFill>
                <a:latin typeface="DejaVu Sans"/>
                <a:ea typeface="DejaVu Sans"/>
                <a:cs typeface="DejaVu Sans"/>
              </a:defRPr>
            </a:lvl6pPr>
            <a:lvl7pPr>
              <a:defRPr sz="1200" b="1">
                <a:solidFill>
                  <a:srgbClr val="007D87"/>
                </a:solidFill>
                <a:latin typeface="DejaVu Sans"/>
                <a:ea typeface="DejaVu Sans"/>
                <a:cs typeface="DejaVu Sans"/>
              </a:defRPr>
            </a:lvl7pPr>
            <a:lvl8pPr>
              <a:defRPr sz="1200" b="1">
                <a:solidFill>
                  <a:srgbClr val="007D87"/>
                </a:solidFill>
                <a:latin typeface="DejaVu Sans"/>
                <a:ea typeface="DejaVu Sans"/>
                <a:cs typeface="DejaVu Sans"/>
              </a:defRPr>
            </a:lvl8pPr>
            <a:lvl9pPr>
              <a:defRPr sz="1200" b="1">
                <a:solidFill>
                  <a:srgbClr val="007D87"/>
                </a:solidFill>
                <a:latin typeface="DejaVu Sans"/>
                <a:ea typeface="DejaVu Sans"/>
                <a:cs typeface="DejaVu Sans"/>
              </a:defRPr>
            </a:lvl9pPr>
          </a:lstStyle>
          <a:p xmlns:a="http://schemas.openxmlformats.org/drawingml/2006/main">
            <a:pPr>
              <a:defRPr sz="1200" b="1">
                <a:solidFill>
                  <a:srgbClr val="007D87"/>
                </a:solidFill>
                <a:latin typeface="DejaVu Sans"/>
                <a:ea typeface="DejaVu Sans"/>
                <a:cs typeface="DejaVu Sans"/>
              </a:defRPr>
            </a:pPr>
            <a:r>
              <a:rPr sz="1200" b="1">
                <a:solidFill>
                  <a:srgbClr val="007D87"/>
                </a:solidFill>
                <a:latin typeface="DejaVu Sans"/>
                <a:ea typeface="DejaVu Sans"/>
                <a:cs typeface="DejaVu Sans"/>
              </a:rPr>
              <a:t>26</a:t>
            </a:r>
          </a:p>
        </p:txBody>
      </p:sp>
      <p:sp>
        <p:nvSpPr>
          <p:cNvPr id="6" name="1">
            <a:extLst xmlns:a="http://schemas.openxmlformats.org/drawingml/2006/main">
              <a:ext uri="{FF2B5EF4-FFF2-40B4-BE49-F238E27FC236}">
                <a16:creationId xmlns:a16="http://schemas.microsoft.com/office/drawing/2014/main" id="{3CF619D6-6517-49F0-AB8E-9F2D1E5FF47D}"/>
              </a:ext>
            </a:extLst>
          </p:cNvPr>
          <p:cNvSpPr>
            <a:spLocks xmlns:a="http://schemas.openxmlformats.org/drawingml/2006/main" noGrp="1"/>
          </p:cNvSpPr>
          <p:nvPr/>
        </p:nvSpPr>
        <p:spPr>
          <a:xfrm xmlns:a="http://schemas.openxmlformats.org/drawingml/2006/main">
            <a:off x="609600" y="2209800"/>
            <a:ext cx="123825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700" b="1">
                <a:solidFill>
                  <a:srgbClr val="007D87"/>
                </a:solidFill>
                <a:latin typeface="DejaVu Sans"/>
                <a:ea typeface="DejaVu Sans"/>
                <a:cs typeface="DejaVu Sans"/>
              </a:defRPr>
            </a:defPPr>
            <a:lvl1pPr>
              <a:defRPr sz="5700" b="1">
                <a:solidFill>
                  <a:srgbClr val="007D87"/>
                </a:solidFill>
                <a:latin typeface="DejaVu Sans"/>
                <a:ea typeface="DejaVu Sans"/>
                <a:cs typeface="DejaVu Sans"/>
              </a:defRPr>
            </a:lvl1pPr>
            <a:lvl2pPr>
              <a:defRPr sz="5700" b="1">
                <a:solidFill>
                  <a:srgbClr val="007D87"/>
                </a:solidFill>
                <a:latin typeface="DejaVu Sans"/>
                <a:ea typeface="DejaVu Sans"/>
                <a:cs typeface="DejaVu Sans"/>
              </a:defRPr>
            </a:lvl2pPr>
            <a:lvl3pPr>
              <a:defRPr sz="5700" b="1">
                <a:solidFill>
                  <a:srgbClr val="007D87"/>
                </a:solidFill>
                <a:latin typeface="DejaVu Sans"/>
                <a:ea typeface="DejaVu Sans"/>
                <a:cs typeface="DejaVu Sans"/>
              </a:defRPr>
            </a:lvl3pPr>
            <a:lvl4pPr>
              <a:defRPr sz="5700" b="1">
                <a:solidFill>
                  <a:srgbClr val="007D87"/>
                </a:solidFill>
                <a:latin typeface="DejaVu Sans"/>
                <a:ea typeface="DejaVu Sans"/>
                <a:cs typeface="DejaVu Sans"/>
              </a:defRPr>
            </a:lvl4pPr>
            <a:lvl5pPr>
              <a:defRPr sz="5700" b="1">
                <a:solidFill>
                  <a:srgbClr val="007D87"/>
                </a:solidFill>
                <a:latin typeface="DejaVu Sans"/>
                <a:ea typeface="DejaVu Sans"/>
                <a:cs typeface="DejaVu Sans"/>
              </a:defRPr>
            </a:lvl5pPr>
            <a:lvl6pPr>
              <a:defRPr sz="5700" b="1">
                <a:solidFill>
                  <a:srgbClr val="007D87"/>
                </a:solidFill>
                <a:latin typeface="DejaVu Sans"/>
                <a:ea typeface="DejaVu Sans"/>
                <a:cs typeface="DejaVu Sans"/>
              </a:defRPr>
            </a:lvl6pPr>
            <a:lvl7pPr>
              <a:defRPr sz="5700" b="1">
                <a:solidFill>
                  <a:srgbClr val="007D87"/>
                </a:solidFill>
                <a:latin typeface="DejaVu Sans"/>
                <a:ea typeface="DejaVu Sans"/>
                <a:cs typeface="DejaVu Sans"/>
              </a:defRPr>
            </a:lvl7pPr>
            <a:lvl8pPr>
              <a:defRPr sz="5700" b="1">
                <a:solidFill>
                  <a:srgbClr val="007D87"/>
                </a:solidFill>
                <a:latin typeface="DejaVu Sans"/>
                <a:ea typeface="DejaVu Sans"/>
                <a:cs typeface="DejaVu Sans"/>
              </a:defRPr>
            </a:lvl8pPr>
            <a:lvl9pPr>
              <a:defRPr sz="5700" b="1">
                <a:solidFill>
                  <a:srgbClr val="007D87"/>
                </a:solidFill>
                <a:latin typeface="DejaVu Sans"/>
                <a:ea typeface="DejaVu Sans"/>
                <a:cs typeface="DejaVu Sans"/>
              </a:defRPr>
            </a:lvl9pPr>
          </a:lstStyle>
          <a:p xmlns:a="http://schemas.openxmlformats.org/drawingml/2006/main">
            <a:pPr>
              <a:defRPr sz="5700" b="1">
                <a:solidFill>
                  <a:srgbClr val="007D87"/>
                </a:solidFill>
                <a:latin typeface="DejaVu Sans"/>
                <a:ea typeface="DejaVu Sans"/>
                <a:cs typeface="DejaVu Sans"/>
              </a:defRPr>
            </a:pPr>
            <a:r>
              <a:rPr sz="5700" b="1">
                <a:solidFill>
                  <a:srgbClr val="007D87"/>
                </a:solidFill>
                <a:latin typeface="DejaVu Sans"/>
                <a:ea typeface="DejaVu Sans"/>
                <a:cs typeface="DejaVu Sans"/>
              </a:rPr>
              <a:t>01</a:t>
            </a:r>
          </a:p>
        </p:txBody>
      </p:sp>
      <p:sp>
        <p:nvSpPr>
          <p:cNvPr id="7" name="1h">
            <a:extLst xmlns:a="http://schemas.openxmlformats.org/drawingml/2006/main">
              <a:ext uri="{FF2B5EF4-FFF2-40B4-BE49-F238E27FC236}">
                <a16:creationId xmlns:a16="http://schemas.microsoft.com/office/drawing/2014/main" id="{1A92DBE6-CB70-4DA8-8C69-70F1195F5DFB}"/>
              </a:ext>
            </a:extLst>
          </p:cNvPr>
          <p:cNvSpPr>
            <a:spLocks xmlns:a="http://schemas.openxmlformats.org/drawingml/2006/main" noGrp="1"/>
          </p:cNvSpPr>
          <p:nvPr/>
        </p:nvSpPr>
        <p:spPr>
          <a:xfrm xmlns:a="http://schemas.openxmlformats.org/drawingml/2006/main">
            <a:off x="2190750" y="2286000"/>
            <a:ext cx="8858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550" b="1">
                <a:solidFill>
                  <a:srgbClr val="123E4F"/>
                </a:solidFill>
                <a:latin typeface="DejaVu Sans"/>
                <a:ea typeface="DejaVu Sans"/>
                <a:cs typeface="DejaVu Sans"/>
              </a:defRPr>
            </a:defPPr>
            <a:lvl1pPr>
              <a:defRPr sz="2550" b="1">
                <a:solidFill>
                  <a:srgbClr val="123E4F"/>
                </a:solidFill>
                <a:latin typeface="DejaVu Sans"/>
                <a:ea typeface="DejaVu Sans"/>
                <a:cs typeface="DejaVu Sans"/>
              </a:defRPr>
            </a:lvl1pPr>
            <a:lvl2pPr>
              <a:defRPr sz="2550" b="1">
                <a:solidFill>
                  <a:srgbClr val="123E4F"/>
                </a:solidFill>
                <a:latin typeface="DejaVu Sans"/>
                <a:ea typeface="DejaVu Sans"/>
                <a:cs typeface="DejaVu Sans"/>
              </a:defRPr>
            </a:lvl2pPr>
            <a:lvl3pPr>
              <a:defRPr sz="2550" b="1">
                <a:solidFill>
                  <a:srgbClr val="123E4F"/>
                </a:solidFill>
                <a:latin typeface="DejaVu Sans"/>
                <a:ea typeface="DejaVu Sans"/>
                <a:cs typeface="DejaVu Sans"/>
              </a:defRPr>
            </a:lvl3pPr>
            <a:lvl4pPr>
              <a:defRPr sz="2550" b="1">
                <a:solidFill>
                  <a:srgbClr val="123E4F"/>
                </a:solidFill>
                <a:latin typeface="DejaVu Sans"/>
                <a:ea typeface="DejaVu Sans"/>
                <a:cs typeface="DejaVu Sans"/>
              </a:defRPr>
            </a:lvl4pPr>
            <a:lvl5pPr>
              <a:defRPr sz="2550" b="1">
                <a:solidFill>
                  <a:srgbClr val="123E4F"/>
                </a:solidFill>
                <a:latin typeface="DejaVu Sans"/>
                <a:ea typeface="DejaVu Sans"/>
                <a:cs typeface="DejaVu Sans"/>
              </a:defRPr>
            </a:lvl5pPr>
            <a:lvl6pPr>
              <a:defRPr sz="2550" b="1">
                <a:solidFill>
                  <a:srgbClr val="123E4F"/>
                </a:solidFill>
                <a:latin typeface="DejaVu Sans"/>
                <a:ea typeface="DejaVu Sans"/>
                <a:cs typeface="DejaVu Sans"/>
              </a:defRPr>
            </a:lvl6pPr>
            <a:lvl7pPr>
              <a:defRPr sz="2550" b="1">
                <a:solidFill>
                  <a:srgbClr val="123E4F"/>
                </a:solidFill>
                <a:latin typeface="DejaVu Sans"/>
                <a:ea typeface="DejaVu Sans"/>
                <a:cs typeface="DejaVu Sans"/>
              </a:defRPr>
            </a:lvl7pPr>
            <a:lvl8pPr>
              <a:defRPr sz="2550" b="1">
                <a:solidFill>
                  <a:srgbClr val="123E4F"/>
                </a:solidFill>
                <a:latin typeface="DejaVu Sans"/>
                <a:ea typeface="DejaVu Sans"/>
                <a:cs typeface="DejaVu Sans"/>
              </a:defRPr>
            </a:lvl8pPr>
            <a:lvl9pPr>
              <a:defRPr sz="2550" b="1">
                <a:solidFill>
                  <a:srgbClr val="123E4F"/>
                </a:solidFill>
                <a:latin typeface="DejaVu Sans"/>
                <a:ea typeface="DejaVu Sans"/>
                <a:cs typeface="DejaVu Sans"/>
              </a:defRPr>
            </a:lvl9pPr>
          </a:lstStyle>
          <a:p xmlns:a="http://schemas.openxmlformats.org/drawingml/2006/main">
            <a:pPr>
              <a:defRPr sz="2550" b="1">
                <a:solidFill>
                  <a:srgbClr val="123E4F"/>
                </a:solidFill>
                <a:latin typeface="DejaVu Sans"/>
                <a:ea typeface="DejaVu Sans"/>
                <a:cs typeface="DejaVu Sans"/>
              </a:defRPr>
            </a:pPr>
            <a:r>
              <a:rPr sz="2550" b="1">
                <a:solidFill>
                  <a:srgbClr val="123E4F"/>
                </a:solidFill>
                <a:latin typeface="DejaVu Sans"/>
                <a:ea typeface="DejaVu Sans"/>
                <a:cs typeface="DejaVu Sans"/>
                <a:hlinkClick xmlns:r="http://schemas.openxmlformats.org/officeDocument/2006/relationships" r:id="Rb177a2cd78a545eb"/>
              </a:rPr>
              <a:t>NIST Generative AI Profile</a:t>
            </a:r>
          </a:p>
        </p:txBody>
      </p:sp>
      <p:sp>
        <p:nvSpPr>
          <p:cNvPr id="8" name="1d">
            <a:extLst xmlns:a="http://schemas.openxmlformats.org/drawingml/2006/main">
              <a:ext uri="{FF2B5EF4-FFF2-40B4-BE49-F238E27FC236}">
                <a16:creationId xmlns:a16="http://schemas.microsoft.com/office/drawing/2014/main" id="{16FF6777-C8A4-4A88-A8CD-81C0DD942BB2}"/>
              </a:ext>
            </a:extLst>
          </p:cNvPr>
          <p:cNvSpPr>
            <a:spLocks xmlns:a="http://schemas.openxmlformats.org/drawingml/2006/main" noGrp="1"/>
          </p:cNvSpPr>
          <p:nvPr/>
        </p:nvSpPr>
        <p:spPr>
          <a:xfrm xmlns:a="http://schemas.openxmlformats.org/drawingml/2006/main">
            <a:off x="2190750" y="2952750"/>
            <a:ext cx="88582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48636E"/>
                </a:solidFill>
                <a:latin typeface="DejaVu Sans"/>
                <a:ea typeface="DejaVu Sans"/>
                <a:cs typeface="DejaVu Sans"/>
              </a:defRPr>
            </a:defPPr>
            <a:lvl1pPr>
              <a:defRPr sz="1950" b="0">
                <a:solidFill>
                  <a:srgbClr val="48636E"/>
                </a:solidFill>
                <a:latin typeface="DejaVu Sans"/>
                <a:ea typeface="DejaVu Sans"/>
                <a:cs typeface="DejaVu Sans"/>
              </a:defRPr>
            </a:lvl1pPr>
            <a:lvl2pPr>
              <a:defRPr sz="1950" b="0">
                <a:solidFill>
                  <a:srgbClr val="48636E"/>
                </a:solidFill>
                <a:latin typeface="DejaVu Sans"/>
                <a:ea typeface="DejaVu Sans"/>
                <a:cs typeface="DejaVu Sans"/>
              </a:defRPr>
            </a:lvl2pPr>
            <a:lvl3pPr>
              <a:defRPr sz="1950" b="0">
                <a:solidFill>
                  <a:srgbClr val="48636E"/>
                </a:solidFill>
                <a:latin typeface="DejaVu Sans"/>
                <a:ea typeface="DejaVu Sans"/>
                <a:cs typeface="DejaVu Sans"/>
              </a:defRPr>
            </a:lvl3pPr>
            <a:lvl4pPr>
              <a:defRPr sz="1950" b="0">
                <a:solidFill>
                  <a:srgbClr val="48636E"/>
                </a:solidFill>
                <a:latin typeface="DejaVu Sans"/>
                <a:ea typeface="DejaVu Sans"/>
                <a:cs typeface="DejaVu Sans"/>
              </a:defRPr>
            </a:lvl4pPr>
            <a:lvl5pPr>
              <a:defRPr sz="1950" b="0">
                <a:solidFill>
                  <a:srgbClr val="48636E"/>
                </a:solidFill>
                <a:latin typeface="DejaVu Sans"/>
                <a:ea typeface="DejaVu Sans"/>
                <a:cs typeface="DejaVu Sans"/>
              </a:defRPr>
            </a:lvl5pPr>
            <a:lvl6pPr>
              <a:defRPr sz="1950" b="0">
                <a:solidFill>
                  <a:srgbClr val="48636E"/>
                </a:solidFill>
                <a:latin typeface="DejaVu Sans"/>
                <a:ea typeface="DejaVu Sans"/>
                <a:cs typeface="DejaVu Sans"/>
              </a:defRPr>
            </a:lvl6pPr>
            <a:lvl7pPr>
              <a:defRPr sz="1950" b="0">
                <a:solidFill>
                  <a:srgbClr val="48636E"/>
                </a:solidFill>
                <a:latin typeface="DejaVu Sans"/>
                <a:ea typeface="DejaVu Sans"/>
                <a:cs typeface="DejaVu Sans"/>
              </a:defRPr>
            </a:lvl7pPr>
            <a:lvl8pPr>
              <a:defRPr sz="1950" b="0">
                <a:solidFill>
                  <a:srgbClr val="48636E"/>
                </a:solidFill>
                <a:latin typeface="DejaVu Sans"/>
                <a:ea typeface="DejaVu Sans"/>
                <a:cs typeface="DejaVu Sans"/>
              </a:defRPr>
            </a:lvl8pPr>
            <a:lvl9pPr>
              <a:defRPr sz="1950" b="0">
                <a:solidFill>
                  <a:srgbClr val="48636E"/>
                </a:solidFill>
                <a:latin typeface="DejaVu Sans"/>
                <a:ea typeface="DejaVu Sans"/>
                <a:cs typeface="DejaVu Sans"/>
              </a:defRPr>
            </a:lvl9pPr>
          </a:lstStyle>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A voluntary resource for identifying and managing AI risks.</a:t>
            </a:r>
          </a:p>
        </p:txBody>
      </p:sp>
      <p:sp>
        <p:nvSpPr>
          <p:cNvPr id="9" name="2">
            <a:extLst xmlns:a="http://schemas.openxmlformats.org/drawingml/2006/main">
              <a:ext uri="{FF2B5EF4-FFF2-40B4-BE49-F238E27FC236}">
                <a16:creationId xmlns:a16="http://schemas.microsoft.com/office/drawing/2014/main" id="{D058390F-B6BC-4DA5-87A0-B270A2E471DE}"/>
              </a:ext>
            </a:extLst>
          </p:cNvPr>
          <p:cNvSpPr>
            <a:spLocks xmlns:a="http://schemas.openxmlformats.org/drawingml/2006/main" noGrp="1"/>
          </p:cNvSpPr>
          <p:nvPr/>
        </p:nvSpPr>
        <p:spPr>
          <a:xfrm xmlns:a="http://schemas.openxmlformats.org/drawingml/2006/main">
            <a:off x="609600" y="3943350"/>
            <a:ext cx="123825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700" b="1">
                <a:solidFill>
                  <a:srgbClr val="007D87"/>
                </a:solidFill>
                <a:latin typeface="DejaVu Sans"/>
                <a:ea typeface="DejaVu Sans"/>
                <a:cs typeface="DejaVu Sans"/>
              </a:defRPr>
            </a:defPPr>
            <a:lvl1pPr>
              <a:defRPr sz="5700" b="1">
                <a:solidFill>
                  <a:srgbClr val="007D87"/>
                </a:solidFill>
                <a:latin typeface="DejaVu Sans"/>
                <a:ea typeface="DejaVu Sans"/>
                <a:cs typeface="DejaVu Sans"/>
              </a:defRPr>
            </a:lvl1pPr>
            <a:lvl2pPr>
              <a:defRPr sz="5700" b="1">
                <a:solidFill>
                  <a:srgbClr val="007D87"/>
                </a:solidFill>
                <a:latin typeface="DejaVu Sans"/>
                <a:ea typeface="DejaVu Sans"/>
                <a:cs typeface="DejaVu Sans"/>
              </a:defRPr>
            </a:lvl2pPr>
            <a:lvl3pPr>
              <a:defRPr sz="5700" b="1">
                <a:solidFill>
                  <a:srgbClr val="007D87"/>
                </a:solidFill>
                <a:latin typeface="DejaVu Sans"/>
                <a:ea typeface="DejaVu Sans"/>
                <a:cs typeface="DejaVu Sans"/>
              </a:defRPr>
            </a:lvl3pPr>
            <a:lvl4pPr>
              <a:defRPr sz="5700" b="1">
                <a:solidFill>
                  <a:srgbClr val="007D87"/>
                </a:solidFill>
                <a:latin typeface="DejaVu Sans"/>
                <a:ea typeface="DejaVu Sans"/>
                <a:cs typeface="DejaVu Sans"/>
              </a:defRPr>
            </a:lvl4pPr>
            <a:lvl5pPr>
              <a:defRPr sz="5700" b="1">
                <a:solidFill>
                  <a:srgbClr val="007D87"/>
                </a:solidFill>
                <a:latin typeface="DejaVu Sans"/>
                <a:ea typeface="DejaVu Sans"/>
                <a:cs typeface="DejaVu Sans"/>
              </a:defRPr>
            </a:lvl5pPr>
            <a:lvl6pPr>
              <a:defRPr sz="5700" b="1">
                <a:solidFill>
                  <a:srgbClr val="007D87"/>
                </a:solidFill>
                <a:latin typeface="DejaVu Sans"/>
                <a:ea typeface="DejaVu Sans"/>
                <a:cs typeface="DejaVu Sans"/>
              </a:defRPr>
            </a:lvl6pPr>
            <a:lvl7pPr>
              <a:defRPr sz="5700" b="1">
                <a:solidFill>
                  <a:srgbClr val="007D87"/>
                </a:solidFill>
                <a:latin typeface="DejaVu Sans"/>
                <a:ea typeface="DejaVu Sans"/>
                <a:cs typeface="DejaVu Sans"/>
              </a:defRPr>
            </a:lvl7pPr>
            <a:lvl8pPr>
              <a:defRPr sz="5700" b="1">
                <a:solidFill>
                  <a:srgbClr val="007D87"/>
                </a:solidFill>
                <a:latin typeface="DejaVu Sans"/>
                <a:ea typeface="DejaVu Sans"/>
                <a:cs typeface="DejaVu Sans"/>
              </a:defRPr>
            </a:lvl8pPr>
            <a:lvl9pPr>
              <a:defRPr sz="5700" b="1">
                <a:solidFill>
                  <a:srgbClr val="007D87"/>
                </a:solidFill>
                <a:latin typeface="DejaVu Sans"/>
                <a:ea typeface="DejaVu Sans"/>
                <a:cs typeface="DejaVu Sans"/>
              </a:defRPr>
            </a:lvl9pPr>
          </a:lstStyle>
          <a:p xmlns:a="http://schemas.openxmlformats.org/drawingml/2006/main">
            <a:pPr>
              <a:defRPr sz="5700" b="1">
                <a:solidFill>
                  <a:srgbClr val="007D87"/>
                </a:solidFill>
                <a:latin typeface="DejaVu Sans"/>
                <a:ea typeface="DejaVu Sans"/>
                <a:cs typeface="DejaVu Sans"/>
              </a:defRPr>
            </a:pPr>
            <a:r>
              <a:rPr sz="5700" b="1">
                <a:solidFill>
                  <a:srgbClr val="007D87"/>
                </a:solidFill>
                <a:latin typeface="DejaVu Sans"/>
                <a:ea typeface="DejaVu Sans"/>
                <a:cs typeface="DejaVu Sans"/>
              </a:rPr>
              <a:t>02</a:t>
            </a:r>
          </a:p>
        </p:txBody>
      </p:sp>
      <p:sp>
        <p:nvSpPr>
          <p:cNvPr id="10" name="2h">
            <a:extLst xmlns:a="http://schemas.openxmlformats.org/drawingml/2006/main">
              <a:ext uri="{FF2B5EF4-FFF2-40B4-BE49-F238E27FC236}">
                <a16:creationId xmlns:a16="http://schemas.microsoft.com/office/drawing/2014/main" id="{9F0454E6-6FA3-4E0E-BF22-4D31518A89C8}"/>
              </a:ext>
            </a:extLst>
          </p:cNvPr>
          <p:cNvSpPr>
            <a:spLocks xmlns:a="http://schemas.openxmlformats.org/drawingml/2006/main" noGrp="1"/>
          </p:cNvSpPr>
          <p:nvPr/>
        </p:nvSpPr>
        <p:spPr>
          <a:xfrm xmlns:a="http://schemas.openxmlformats.org/drawingml/2006/main">
            <a:off x="2190750" y="4019550"/>
            <a:ext cx="9048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550" b="1">
                <a:solidFill>
                  <a:srgbClr val="123E4F"/>
                </a:solidFill>
                <a:latin typeface="DejaVu Sans"/>
                <a:ea typeface="DejaVu Sans"/>
                <a:cs typeface="DejaVu Sans"/>
              </a:defRPr>
            </a:defPPr>
            <a:lvl1pPr>
              <a:defRPr sz="2550" b="1">
                <a:solidFill>
                  <a:srgbClr val="123E4F"/>
                </a:solidFill>
                <a:latin typeface="DejaVu Sans"/>
                <a:ea typeface="DejaVu Sans"/>
                <a:cs typeface="DejaVu Sans"/>
              </a:defRPr>
            </a:lvl1pPr>
            <a:lvl2pPr>
              <a:defRPr sz="2550" b="1">
                <a:solidFill>
                  <a:srgbClr val="123E4F"/>
                </a:solidFill>
                <a:latin typeface="DejaVu Sans"/>
                <a:ea typeface="DejaVu Sans"/>
                <a:cs typeface="DejaVu Sans"/>
              </a:defRPr>
            </a:lvl2pPr>
            <a:lvl3pPr>
              <a:defRPr sz="2550" b="1">
                <a:solidFill>
                  <a:srgbClr val="123E4F"/>
                </a:solidFill>
                <a:latin typeface="DejaVu Sans"/>
                <a:ea typeface="DejaVu Sans"/>
                <a:cs typeface="DejaVu Sans"/>
              </a:defRPr>
            </a:lvl3pPr>
            <a:lvl4pPr>
              <a:defRPr sz="2550" b="1">
                <a:solidFill>
                  <a:srgbClr val="123E4F"/>
                </a:solidFill>
                <a:latin typeface="DejaVu Sans"/>
                <a:ea typeface="DejaVu Sans"/>
                <a:cs typeface="DejaVu Sans"/>
              </a:defRPr>
            </a:lvl4pPr>
            <a:lvl5pPr>
              <a:defRPr sz="2550" b="1">
                <a:solidFill>
                  <a:srgbClr val="123E4F"/>
                </a:solidFill>
                <a:latin typeface="DejaVu Sans"/>
                <a:ea typeface="DejaVu Sans"/>
                <a:cs typeface="DejaVu Sans"/>
              </a:defRPr>
            </a:lvl5pPr>
            <a:lvl6pPr>
              <a:defRPr sz="2550" b="1">
                <a:solidFill>
                  <a:srgbClr val="123E4F"/>
                </a:solidFill>
                <a:latin typeface="DejaVu Sans"/>
                <a:ea typeface="DejaVu Sans"/>
                <a:cs typeface="DejaVu Sans"/>
              </a:defRPr>
            </a:lvl6pPr>
            <a:lvl7pPr>
              <a:defRPr sz="2550" b="1">
                <a:solidFill>
                  <a:srgbClr val="123E4F"/>
                </a:solidFill>
                <a:latin typeface="DejaVu Sans"/>
                <a:ea typeface="DejaVu Sans"/>
                <a:cs typeface="DejaVu Sans"/>
              </a:defRPr>
            </a:lvl7pPr>
            <a:lvl8pPr>
              <a:defRPr sz="2550" b="1">
                <a:solidFill>
                  <a:srgbClr val="123E4F"/>
                </a:solidFill>
                <a:latin typeface="DejaVu Sans"/>
                <a:ea typeface="DejaVu Sans"/>
                <a:cs typeface="DejaVu Sans"/>
              </a:defRPr>
            </a:lvl8pPr>
            <a:lvl9pPr>
              <a:defRPr sz="2550" b="1">
                <a:solidFill>
                  <a:srgbClr val="123E4F"/>
                </a:solidFill>
                <a:latin typeface="DejaVu Sans"/>
                <a:ea typeface="DejaVu Sans"/>
                <a:cs typeface="DejaVu Sans"/>
              </a:defRPr>
            </a:lvl9pPr>
          </a:lstStyle>
          <a:p xmlns:a="http://schemas.openxmlformats.org/drawingml/2006/main">
            <a:pPr>
              <a:defRPr sz="2550" b="1">
                <a:solidFill>
                  <a:srgbClr val="123E4F"/>
                </a:solidFill>
                <a:latin typeface="DejaVu Sans"/>
                <a:ea typeface="DejaVu Sans"/>
                <a:cs typeface="DejaVu Sans"/>
              </a:defRPr>
            </a:pPr>
            <a:r>
              <a:rPr sz="2550" b="1">
                <a:solidFill>
                  <a:srgbClr val="123E4F"/>
                </a:solidFill>
                <a:latin typeface="DejaVu Sans"/>
                <a:ea typeface="DejaVu Sans"/>
                <a:cs typeface="DejaVu Sans"/>
                <a:hlinkClick xmlns:r="http://schemas.openxmlformats.org/officeDocument/2006/relationships" r:id="R88b42444d8ac4e29"/>
              </a:rPr>
              <a:t>Turnitin AI Writing Report guidance</a:t>
            </a:r>
          </a:p>
        </p:txBody>
      </p:sp>
      <p:sp>
        <p:nvSpPr>
          <p:cNvPr id="11" name="2d">
            <a:extLst xmlns:a="http://schemas.openxmlformats.org/drawingml/2006/main">
              <a:ext uri="{FF2B5EF4-FFF2-40B4-BE49-F238E27FC236}">
                <a16:creationId xmlns:a16="http://schemas.microsoft.com/office/drawing/2014/main" id="{7DC10118-0A06-4000-9FF6-025E1419B9BF}"/>
              </a:ext>
            </a:extLst>
          </p:cNvPr>
          <p:cNvSpPr>
            <a:spLocks xmlns:a="http://schemas.openxmlformats.org/drawingml/2006/main" noGrp="1"/>
          </p:cNvSpPr>
          <p:nvPr/>
        </p:nvSpPr>
        <p:spPr>
          <a:xfrm xmlns:a="http://schemas.openxmlformats.org/drawingml/2006/main">
            <a:off x="2190750" y="4686300"/>
            <a:ext cx="88582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48636E"/>
                </a:solidFill>
                <a:latin typeface="DejaVu Sans"/>
                <a:ea typeface="DejaVu Sans"/>
                <a:cs typeface="DejaVu Sans"/>
              </a:defRPr>
            </a:defPPr>
            <a:lvl1pPr>
              <a:defRPr sz="1950" b="0">
                <a:solidFill>
                  <a:srgbClr val="48636E"/>
                </a:solidFill>
                <a:latin typeface="DejaVu Sans"/>
                <a:ea typeface="DejaVu Sans"/>
                <a:cs typeface="DejaVu Sans"/>
              </a:defRPr>
            </a:lvl1pPr>
            <a:lvl2pPr>
              <a:defRPr sz="1950" b="0">
                <a:solidFill>
                  <a:srgbClr val="48636E"/>
                </a:solidFill>
                <a:latin typeface="DejaVu Sans"/>
                <a:ea typeface="DejaVu Sans"/>
                <a:cs typeface="DejaVu Sans"/>
              </a:defRPr>
            </a:lvl2pPr>
            <a:lvl3pPr>
              <a:defRPr sz="1950" b="0">
                <a:solidFill>
                  <a:srgbClr val="48636E"/>
                </a:solidFill>
                <a:latin typeface="DejaVu Sans"/>
                <a:ea typeface="DejaVu Sans"/>
                <a:cs typeface="DejaVu Sans"/>
              </a:defRPr>
            </a:lvl3pPr>
            <a:lvl4pPr>
              <a:defRPr sz="1950" b="0">
                <a:solidFill>
                  <a:srgbClr val="48636E"/>
                </a:solidFill>
                <a:latin typeface="DejaVu Sans"/>
                <a:ea typeface="DejaVu Sans"/>
                <a:cs typeface="DejaVu Sans"/>
              </a:defRPr>
            </a:lvl4pPr>
            <a:lvl5pPr>
              <a:defRPr sz="1950" b="0">
                <a:solidFill>
                  <a:srgbClr val="48636E"/>
                </a:solidFill>
                <a:latin typeface="DejaVu Sans"/>
                <a:ea typeface="DejaVu Sans"/>
                <a:cs typeface="DejaVu Sans"/>
              </a:defRPr>
            </a:lvl5pPr>
            <a:lvl6pPr>
              <a:defRPr sz="1950" b="0">
                <a:solidFill>
                  <a:srgbClr val="48636E"/>
                </a:solidFill>
                <a:latin typeface="DejaVu Sans"/>
                <a:ea typeface="DejaVu Sans"/>
                <a:cs typeface="DejaVu Sans"/>
              </a:defRPr>
            </a:lvl6pPr>
            <a:lvl7pPr>
              <a:defRPr sz="1950" b="0">
                <a:solidFill>
                  <a:srgbClr val="48636E"/>
                </a:solidFill>
                <a:latin typeface="DejaVu Sans"/>
                <a:ea typeface="DejaVu Sans"/>
                <a:cs typeface="DejaVu Sans"/>
              </a:defRPr>
            </a:lvl7pPr>
            <a:lvl8pPr>
              <a:defRPr sz="1950" b="0">
                <a:solidFill>
                  <a:srgbClr val="48636E"/>
                </a:solidFill>
                <a:latin typeface="DejaVu Sans"/>
                <a:ea typeface="DejaVu Sans"/>
                <a:cs typeface="DejaVu Sans"/>
              </a:defRPr>
            </a:lvl8pPr>
            <a:lvl9pPr>
              <a:defRPr sz="1950" b="0">
                <a:solidFill>
                  <a:srgbClr val="48636E"/>
                </a:solidFill>
                <a:latin typeface="DejaVu Sans"/>
                <a:ea typeface="DejaVu Sans"/>
                <a:cs typeface="DejaVu Sans"/>
              </a:defRPr>
            </a:lvl9pPr>
          </a:lstStyle>
          <a:p xmlns:a="http://schemas.openxmlformats.org/drawingml/2006/main">
            <a:pPr>
              <a:defRPr sz="1950" b="0">
                <a:solidFill>
                  <a:srgbClr val="48636E"/>
                </a:solidFill>
                <a:latin typeface="DejaVu Sans"/>
                <a:ea typeface="DejaVu Sans"/>
                <a:cs typeface="DejaVu Sans"/>
              </a:defRPr>
            </a:pPr>
            <a:r>
              <a:rPr sz="1950" b="0">
                <a:solidFill>
                  <a:srgbClr val="48636E"/>
                </a:solidFill>
                <a:latin typeface="DejaVu Sans"/>
                <a:ea typeface="DejaVu Sans"/>
                <a:cs typeface="DejaVu Sans"/>
              </a:rPr>
              <a:t>Detection limits and the need for human judgment.</a:t>
            </a:r>
          </a:p>
        </p:txBody>
      </p:sp>
      <p:sp>
        <p:nvSpPr>
          <p:cNvPr id="12" name="bottom">
            <a:extLst xmlns:a="http://schemas.openxmlformats.org/drawingml/2006/main">
              <a:ext uri="{FF2B5EF4-FFF2-40B4-BE49-F238E27FC236}">
                <a16:creationId xmlns:a16="http://schemas.microsoft.com/office/drawing/2014/main" id="{8063C5C3-E3CD-4B6D-BB93-FE679240EFF9}"/>
              </a:ext>
            </a:extLst>
          </p:cNvPr>
          <p:cNvSpPr>
            <a:spLocks xmlns:a="http://schemas.openxmlformats.org/drawingml/2006/main" noGrp="1"/>
          </p:cNvSpPr>
          <p:nvPr/>
        </p:nvSpPr>
        <p:spPr>
          <a:xfrm xmlns:a="http://schemas.openxmlformats.org/drawingml/2006/main">
            <a:off x="609600" y="5648325"/>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23E4F"/>
                </a:solidFill>
                <a:latin typeface="DejaVu Sans"/>
                <a:ea typeface="DejaVu Sans"/>
                <a:cs typeface="DejaVu Sans"/>
              </a:defRPr>
            </a:defPPr>
            <a:lvl1pPr>
              <a:defRPr sz="1800" b="0">
                <a:solidFill>
                  <a:srgbClr val="123E4F"/>
                </a:solidFill>
                <a:latin typeface="DejaVu Sans"/>
                <a:ea typeface="DejaVu Sans"/>
                <a:cs typeface="DejaVu Sans"/>
              </a:defRPr>
            </a:lvl1pPr>
            <a:lvl2pPr>
              <a:defRPr sz="1800" b="0">
                <a:solidFill>
                  <a:srgbClr val="123E4F"/>
                </a:solidFill>
                <a:latin typeface="DejaVu Sans"/>
                <a:ea typeface="DejaVu Sans"/>
                <a:cs typeface="DejaVu Sans"/>
              </a:defRPr>
            </a:lvl2pPr>
            <a:lvl3pPr>
              <a:defRPr sz="1800" b="0">
                <a:solidFill>
                  <a:srgbClr val="123E4F"/>
                </a:solidFill>
                <a:latin typeface="DejaVu Sans"/>
                <a:ea typeface="DejaVu Sans"/>
                <a:cs typeface="DejaVu Sans"/>
              </a:defRPr>
            </a:lvl3pPr>
            <a:lvl4pPr>
              <a:defRPr sz="1800" b="0">
                <a:solidFill>
                  <a:srgbClr val="123E4F"/>
                </a:solidFill>
                <a:latin typeface="DejaVu Sans"/>
                <a:ea typeface="DejaVu Sans"/>
                <a:cs typeface="DejaVu Sans"/>
              </a:defRPr>
            </a:lvl4pPr>
            <a:lvl5pPr>
              <a:defRPr sz="1800" b="0">
                <a:solidFill>
                  <a:srgbClr val="123E4F"/>
                </a:solidFill>
                <a:latin typeface="DejaVu Sans"/>
                <a:ea typeface="DejaVu Sans"/>
                <a:cs typeface="DejaVu Sans"/>
              </a:defRPr>
            </a:lvl5pPr>
            <a:lvl6pPr>
              <a:defRPr sz="1800" b="0">
                <a:solidFill>
                  <a:srgbClr val="123E4F"/>
                </a:solidFill>
                <a:latin typeface="DejaVu Sans"/>
                <a:ea typeface="DejaVu Sans"/>
                <a:cs typeface="DejaVu Sans"/>
              </a:defRPr>
            </a:lvl6pPr>
            <a:lvl7pPr>
              <a:defRPr sz="1800" b="0">
                <a:solidFill>
                  <a:srgbClr val="123E4F"/>
                </a:solidFill>
                <a:latin typeface="DejaVu Sans"/>
                <a:ea typeface="DejaVu Sans"/>
                <a:cs typeface="DejaVu Sans"/>
              </a:defRPr>
            </a:lvl7pPr>
            <a:lvl8pPr>
              <a:defRPr sz="1800" b="0">
                <a:solidFill>
                  <a:srgbClr val="123E4F"/>
                </a:solidFill>
                <a:latin typeface="DejaVu Sans"/>
                <a:ea typeface="DejaVu Sans"/>
                <a:cs typeface="DejaVu Sans"/>
              </a:defRPr>
            </a:lvl8pPr>
            <a:lvl9pPr>
              <a:defRPr sz="1800" b="0">
                <a:solidFill>
                  <a:srgbClr val="123E4F"/>
                </a:solidFill>
                <a:latin typeface="DejaVu Sans"/>
                <a:ea typeface="DejaVu Sans"/>
                <a:cs typeface="DejaVu Sans"/>
              </a:defRPr>
            </a:lvl9pPr>
          </a:lstStyle>
          <a:p xmlns:a="http://schemas.openxmlformats.org/drawingml/2006/main">
            <a:pPr>
              <a:defRPr sz="1800" b="0">
                <a:solidFill>
                  <a:srgbClr val="123E4F"/>
                </a:solidFill>
                <a:latin typeface="DejaVu Sans"/>
                <a:ea typeface="DejaVu Sans"/>
                <a:cs typeface="DejaVu Sans"/>
              </a:defRPr>
            </a:pPr>
            <a:r>
              <a:rPr sz="1800" b="0">
                <a:solidFill>
                  <a:srgbClr val="123E4F"/>
                </a:solidFill>
                <a:latin typeface="DejaVu Sans"/>
                <a:ea typeface="DejaVu Sans"/>
                <a:cs typeface="DejaVu Sans"/>
              </a:rPr>
              <a:t>Pair these resources with your published rules and approved-tool requirements.</a:t>
            </a:r>
          </a:p>
        </p:txBody>
      </p:sp>
    </p:spTree>
    <p:extLst>
      <p:ext uri="{BB962C8B-B14F-4D97-AF65-F5344CB8AC3E}">
        <p14:creationId xmlns:p14="http://schemas.microsoft.com/office/powerpoint/2010/main" val="135375284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BF4A97A-36AF-49EB-820C-1182D7C5CEFB}"/>
              </a:ext>
            </a:extLst>
          </p:cNvPr>
          <p:cNvPicPr>
            <a:picLocks xmlns:a="http://schemas.openxmlformats.org/drawingml/2006/main" noChangeAspect="1"/>
          </p:cNvPicPr>
          <p:nvPr/>
        </p:nvPicPr>
        <p:blipFill>
          <a:blip xmlns:r="http://schemas.openxmlformats.org/officeDocument/2006/relationships" xmlns:a="http://schemas.openxmlformats.org/drawingml/2006/main" r:embed="R3837dda8615b4fd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3" name="Title">
            <a:extLst xmlns:a="http://schemas.openxmlformats.org/drawingml/2006/main">
              <a:ext uri="{FF2B5EF4-FFF2-40B4-BE49-F238E27FC236}">
                <a16:creationId xmlns:a16="http://schemas.microsoft.com/office/drawing/2014/main" id="{E4ECE23F-FA9A-4C82-B40E-B795300C2A4C}"/>
              </a:ext>
            </a:extLst>
          </p:cNvPr>
          <p:cNvSpPr>
            <a:spLocks xmlns:a="http://schemas.openxmlformats.org/drawingml/2006/main" noGrp="1"/>
          </p:cNvSpPr>
          <p:nvPr>
            <p:ph type="title" idx="0"/>
          </p:nvPr>
        </p:nvSpPr>
        <p:spPr>
          <a:xfrm xmlns:a="http://schemas.openxmlformats.org/drawingml/2006/main">
            <a:off x="156838" y="299936"/>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r>
              <a:t>Session Resources</a:t>
            </a:r>
          </a:p>
        </p:txBody>
      </p:sp>
      <p:sp>
        <p:nvSpPr>
          <p:cNvPr id="4" name="Left column">
            <a:extLst xmlns:a="http://schemas.openxmlformats.org/drawingml/2006/main">
              <a:ext uri="{FF2B5EF4-FFF2-40B4-BE49-F238E27FC236}">
                <a16:creationId xmlns:a16="http://schemas.microsoft.com/office/drawing/2014/main" id="{39FB7EFD-1186-4492-A809-5A8FC04B5421}"/>
              </a:ext>
            </a:extLst>
          </p:cNvPr>
          <p:cNvSpPr>
            <a:spLocks xmlns:a="http://schemas.openxmlformats.org/drawingml/2006/main" noGrp="1"/>
          </p:cNvSpPr>
          <p:nvPr>
            <p:ph type="body" idx="1"/>
          </p:nvPr>
        </p:nvSpPr>
        <p:spPr>
          <a:xfrm xmlns:a="http://schemas.openxmlformats.org/drawingml/2006/main">
            <a:off x="156838" y="1361872"/>
            <a:ext cx="3560324" cy="483140"/>
          </a:xfrm>
          <a:prstGeom xmlns:a="http://schemas.openxmlformats.org/drawingml/2006/main" prst="rect">
            <a:avLst/>
          </a:prstGeom>
          <a:solidFill xmlns:a="http://schemas.openxmlformats.org/drawingml/2006/main">
            <a:srgbClr val="F8D45D"/>
          </a:solidFill>
          <a:ln xmlns:a="http://schemas.openxmlformats.org/drawingml/2006/main">
            <a:noFill/>
            <a:prstDash val="solid"/>
          </a:ln>
        </p:spPr>
        <p:txBody>
          <a:bodyPr xmlns:a="http://schemas.openxmlformats.org/drawingml/2006/main" wrap="square" lIns="0" tIns="0" rIns="0" bIns="0" anchor="t">
            <a:normAutofit fontScale="80056"/>
          </a:bodyPr>
          <a:lstStyle xmlns:a="http://schemas.openxmlformats.org/drawingml/2006/main">
            <a:defPPr algn="ctr">
              <a:defRPr sz="3600" b="1">
                <a:solidFill>
                  <a:schemeClr val="tx1"/>
                </a:solidFill>
                <a:latin typeface="+mn-lt"/>
                <a:ea typeface="+mn-lt"/>
                <a:cs typeface="+mn-lt"/>
              </a:defRPr>
            </a:defPPr>
            <a:lvl1pPr marL="228600" indent="-228600" algn="ctr">
              <a:lnSpc>
                <a:spcPct val="110000"/>
              </a:lnSpc>
              <a:spcBef>
                <a:spcPts val="0"/>
              </a:spcBef>
              <a:spcAft>
                <a:spcPts val="1200"/>
              </a:spcAft>
              <a:buChar char="•"/>
              <a:defRPr sz="3600" b="1">
                <a:solidFill>
                  <a:schemeClr val="tx1"/>
                </a:solidFill>
                <a:latin typeface="+mn-lt"/>
                <a:ea typeface="+mn-lt"/>
                <a:cs typeface="+mn-lt"/>
              </a:defRPr>
            </a:lvl1pPr>
            <a:lvl2pPr marL="533400" indent="-228600" algn="ctr">
              <a:lnSpc>
                <a:spcPct val="110000"/>
              </a:lnSpc>
              <a:spcBef>
                <a:spcPts val="0"/>
              </a:spcBef>
              <a:spcAft>
                <a:spcPts val="1200"/>
              </a:spcAft>
              <a:buChar char="•"/>
              <a:defRPr sz="3600" b="1">
                <a:solidFill>
                  <a:schemeClr val="tx1"/>
                </a:solidFill>
                <a:latin typeface="+mn-lt"/>
                <a:ea typeface="+mn-lt"/>
                <a:cs typeface="+mn-lt"/>
              </a:defRPr>
            </a:lvl2pPr>
            <a:lvl3pPr marL="838200" indent="-228600" algn="ctr">
              <a:lnSpc>
                <a:spcPct val="110000"/>
              </a:lnSpc>
              <a:spcBef>
                <a:spcPts val="0"/>
              </a:spcBef>
              <a:spcAft>
                <a:spcPts val="1200"/>
              </a:spcAft>
              <a:buChar char="•"/>
              <a:defRPr sz="3600" b="1">
                <a:solidFill>
                  <a:schemeClr val="tx1"/>
                </a:solidFill>
                <a:latin typeface="+mn-lt"/>
                <a:ea typeface="+mn-lt"/>
                <a:cs typeface="+mn-lt"/>
              </a:defRPr>
            </a:lvl3pPr>
            <a:lvl4pPr marL="1143000" indent="-228600" algn="ctr">
              <a:lnSpc>
                <a:spcPct val="110000"/>
              </a:lnSpc>
              <a:spcBef>
                <a:spcPts val="0"/>
              </a:spcBef>
              <a:spcAft>
                <a:spcPts val="1200"/>
              </a:spcAft>
              <a:buChar char="•"/>
              <a:defRPr sz="3600" b="1">
                <a:solidFill>
                  <a:schemeClr val="tx1"/>
                </a:solidFill>
                <a:latin typeface="+mn-lt"/>
                <a:ea typeface="+mn-lt"/>
                <a:cs typeface="+mn-lt"/>
              </a:defRPr>
            </a:lvl4pPr>
            <a:lvl5pPr marL="1447800" indent="-228600" algn="ctr">
              <a:lnSpc>
                <a:spcPct val="110000"/>
              </a:lnSpc>
              <a:spcBef>
                <a:spcPts val="0"/>
              </a:spcBef>
              <a:spcAft>
                <a:spcPts val="1200"/>
              </a:spcAft>
              <a:buChar char="•"/>
              <a:defRPr sz="3600" b="1">
                <a:solidFill>
                  <a:schemeClr val="tx1"/>
                </a:solidFill>
                <a:latin typeface="+mn-lt"/>
                <a:ea typeface="+mn-lt"/>
                <a:cs typeface="+mn-lt"/>
              </a:defRPr>
            </a:lvl5pPr>
            <a:lvl6pPr marL="1752600" indent="-228600" algn="ctr">
              <a:lnSpc>
                <a:spcPct val="110000"/>
              </a:lnSpc>
              <a:spcBef>
                <a:spcPts val="0"/>
              </a:spcBef>
              <a:spcAft>
                <a:spcPts val="1200"/>
              </a:spcAft>
              <a:buChar char="•"/>
              <a:defRPr sz="3600" b="1">
                <a:solidFill>
                  <a:schemeClr val="tx1"/>
                </a:solidFill>
                <a:latin typeface="+mn-lt"/>
                <a:ea typeface="+mn-lt"/>
                <a:cs typeface="+mn-lt"/>
              </a:defRPr>
            </a:lvl6pPr>
            <a:lvl7pPr marL="2057400" indent="-228600" algn="ctr">
              <a:lnSpc>
                <a:spcPct val="110000"/>
              </a:lnSpc>
              <a:spcBef>
                <a:spcPts val="0"/>
              </a:spcBef>
              <a:spcAft>
                <a:spcPts val="1200"/>
              </a:spcAft>
              <a:buChar char="•"/>
              <a:defRPr sz="3600" b="1">
                <a:solidFill>
                  <a:schemeClr val="tx1"/>
                </a:solidFill>
                <a:latin typeface="+mn-lt"/>
                <a:ea typeface="+mn-lt"/>
                <a:cs typeface="+mn-lt"/>
              </a:defRPr>
            </a:lvl7pPr>
            <a:lvl8pPr marL="2362200" indent="-228600" algn="ctr">
              <a:lnSpc>
                <a:spcPct val="110000"/>
              </a:lnSpc>
              <a:spcBef>
                <a:spcPts val="0"/>
              </a:spcBef>
              <a:spcAft>
                <a:spcPts val="1200"/>
              </a:spcAft>
              <a:buChar char="•"/>
              <a:defRPr sz="3600" b="1">
                <a:solidFill>
                  <a:schemeClr val="tx1"/>
                </a:solidFill>
                <a:latin typeface="+mn-lt"/>
                <a:ea typeface="+mn-lt"/>
                <a:cs typeface="+mn-lt"/>
              </a:defRPr>
            </a:lvl8pPr>
            <a:lvl9pPr marL="2667000" indent="-228600" algn="ctr">
              <a:lnSpc>
                <a:spcPct val="110000"/>
              </a:lnSpc>
              <a:spcBef>
                <a:spcPts val="0"/>
              </a:spcBef>
              <a:spcAft>
                <a:spcPts val="1200"/>
              </a:spcAft>
              <a:buChar char="•"/>
              <a:defRPr sz="3600" b="1">
                <a:solidFill>
                  <a:schemeClr val="tx1"/>
                </a:solidFill>
                <a:latin typeface="+mn-lt"/>
                <a:ea typeface="+mn-lt"/>
                <a:cs typeface="+mn-lt"/>
              </a:defRPr>
            </a:lvl9pPr>
          </a:lstStyle>
          <a:p xmlns:a="http://schemas.openxmlformats.org/drawingml/2006/main">
            <a:pPr marL="0" indent="0" algn="ctr">
              <a:buNone/>
            </a:pPr>
            <a:r>
              <a:rPr sz="3600" b="1"/>
              <a:t>https://mguhlin.org</a:t>
            </a:r>
          </a:p>
        </p:txBody>
      </p:sp>
      <p:pic>
        <p:nvPicPr>
          <p:cNvPr id="5" name="">
            <a:extLst xmlns:a="http://schemas.openxmlformats.org/drawingml/2006/main">
              <a:ext uri="{FF2B5EF4-FFF2-40B4-BE49-F238E27FC236}">
                <a16:creationId xmlns:a16="http://schemas.microsoft.com/office/drawing/2014/main" id="{2B6A21B5-7A78-4343-B0D8-C68087E4D47D}"/>
              </a:ext>
            </a:extLst>
          </p:cNvPr>
          <p:cNvPicPr>
            <a:picLocks xmlns:a="http://schemas.openxmlformats.org/drawingml/2006/main" noChangeAspect="1"/>
          </p:cNvPicPr>
          <p:nvPr/>
        </p:nvPicPr>
        <p:blipFill>
          <a:blip xmlns:r="http://schemas.openxmlformats.org/officeDocument/2006/relationships" xmlns:a="http://schemas.openxmlformats.org/drawingml/2006/main" r:embed="Ra13be746e3f245e3"/>
          <a:srcRect xmlns:a="http://schemas.openxmlformats.org/drawingml/2006/main" l="0" t="0" r="0" b="52568"/>
          <a:stretch xmlns:a="http://schemas.openxmlformats.org/drawingml/2006/main"/>
        </p:blipFill>
        <p:spPr>
          <a:xfrm xmlns:a="http://schemas.openxmlformats.org/drawingml/2006/main">
            <a:off x="186021" y="3434945"/>
            <a:ext cx="3966494" cy="2568102"/>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7180DB9-81E3-4D4E-8C30-F547B6F082BC}"/>
              </a:ext>
            </a:extLst>
          </p:cNvPr>
          <p:cNvPicPr>
            <a:picLocks xmlns:a="http://schemas.openxmlformats.org/drawingml/2006/main" noChangeAspect="1"/>
          </p:cNvPicPr>
          <p:nvPr/>
        </p:nvPicPr>
        <p:blipFill>
          <a:blip xmlns:r="http://schemas.openxmlformats.org/officeDocument/2006/relationships" xmlns:a="http://schemas.openxmlformats.org/drawingml/2006/main" r:embed="R1962c3bc10e7439d"/>
          <a:stretch xmlns:a="http://schemas.openxmlformats.org/drawingml/2006/main"/>
        </p:blipFill>
        <p:spPr>
          <a:xfrm xmlns:a="http://schemas.openxmlformats.org/drawingml/2006/main">
            <a:off x="7833403" y="1361872"/>
            <a:ext cx="4166173" cy="2430562"/>
          </a:xfrm>
          <a:prstGeom xmlns:a="http://schemas.openxmlformats.org/drawingml/2006/main" prst="rect">
            <a:avLst/>
          </a:prstGeom>
        </p:spPr>
      </p:pic>
      <p:sp>
        <p:nvSpPr>
          <p:cNvPr id="7" name="Left column">
            <a:extLst xmlns:a="http://schemas.openxmlformats.org/drawingml/2006/main">
              <a:ext uri="{FF2B5EF4-FFF2-40B4-BE49-F238E27FC236}">
                <a16:creationId xmlns:a16="http://schemas.microsoft.com/office/drawing/2014/main" id="{BE1FF4EB-52C1-40D4-B99A-0F5D4FE10A69}"/>
              </a:ext>
            </a:extLst>
          </p:cNvPr>
          <p:cNvSpPr>
            <a:spLocks xmlns:a="http://schemas.openxmlformats.org/drawingml/2006/main" noGrp="1"/>
          </p:cNvSpPr>
          <p:nvPr>
            <p:ph type="body" idx="1"/>
          </p:nvPr>
        </p:nvSpPr>
        <p:spPr>
          <a:xfrm xmlns:a="http://schemas.openxmlformats.org/drawingml/2006/main">
            <a:off x="7524852" y="5590473"/>
            <a:ext cx="4474724" cy="412574"/>
          </a:xfrm>
          <a:prstGeom xmlns:a="http://schemas.openxmlformats.org/drawingml/2006/main" prst="rect">
            <a:avLst/>
          </a:prstGeom>
          <a:solidFill xmlns:a="http://schemas.openxmlformats.org/drawingml/2006/main">
            <a:srgbClr val="F8D45D"/>
          </a:solidFill>
          <a:ln xmlns:a="http://schemas.openxmlformats.org/drawingml/2006/main">
            <a:noFill/>
            <a:prstDash val="solid"/>
          </a:ln>
        </p:spPr>
        <p:txBody>
          <a:bodyPr xmlns:a="http://schemas.openxmlformats.org/drawingml/2006/main" wrap="square" lIns="0" tIns="0" rIns="0" bIns="0" anchor="t">
            <a:normAutofit fontScale="68363"/>
          </a:bodyPr>
          <a:lstStyle xmlns:a="http://schemas.openxmlformats.org/drawingml/2006/main">
            <a:defPPr algn="ctr">
              <a:defRPr sz="3600" b="1">
                <a:solidFill>
                  <a:schemeClr val="tx1"/>
                </a:solidFill>
                <a:latin typeface="+mn-lt"/>
                <a:ea typeface="+mn-lt"/>
                <a:cs typeface="+mn-lt"/>
              </a:defRPr>
            </a:defPPr>
            <a:lvl1pPr marL="228600" indent="-228600" algn="ctr">
              <a:lnSpc>
                <a:spcPct val="110000"/>
              </a:lnSpc>
              <a:spcBef>
                <a:spcPts val="0"/>
              </a:spcBef>
              <a:spcAft>
                <a:spcPts val="1200"/>
              </a:spcAft>
              <a:buChar char="•"/>
              <a:defRPr sz="3600" b="1">
                <a:solidFill>
                  <a:schemeClr val="tx1"/>
                </a:solidFill>
                <a:latin typeface="+mn-lt"/>
                <a:ea typeface="+mn-lt"/>
                <a:cs typeface="+mn-lt"/>
              </a:defRPr>
            </a:lvl1pPr>
            <a:lvl2pPr marL="533400" indent="-228600" algn="ctr">
              <a:lnSpc>
                <a:spcPct val="110000"/>
              </a:lnSpc>
              <a:spcBef>
                <a:spcPts val="0"/>
              </a:spcBef>
              <a:spcAft>
                <a:spcPts val="1200"/>
              </a:spcAft>
              <a:buChar char="•"/>
              <a:defRPr sz="3600" b="1">
                <a:solidFill>
                  <a:schemeClr val="tx1"/>
                </a:solidFill>
                <a:latin typeface="+mn-lt"/>
                <a:ea typeface="+mn-lt"/>
                <a:cs typeface="+mn-lt"/>
              </a:defRPr>
            </a:lvl2pPr>
            <a:lvl3pPr marL="838200" indent="-228600" algn="ctr">
              <a:lnSpc>
                <a:spcPct val="110000"/>
              </a:lnSpc>
              <a:spcBef>
                <a:spcPts val="0"/>
              </a:spcBef>
              <a:spcAft>
                <a:spcPts val="1200"/>
              </a:spcAft>
              <a:buChar char="•"/>
              <a:defRPr sz="3600" b="1">
                <a:solidFill>
                  <a:schemeClr val="tx1"/>
                </a:solidFill>
                <a:latin typeface="+mn-lt"/>
                <a:ea typeface="+mn-lt"/>
                <a:cs typeface="+mn-lt"/>
              </a:defRPr>
            </a:lvl3pPr>
            <a:lvl4pPr marL="1143000" indent="-228600" algn="ctr">
              <a:lnSpc>
                <a:spcPct val="110000"/>
              </a:lnSpc>
              <a:spcBef>
                <a:spcPts val="0"/>
              </a:spcBef>
              <a:spcAft>
                <a:spcPts val="1200"/>
              </a:spcAft>
              <a:buChar char="•"/>
              <a:defRPr sz="3600" b="1">
                <a:solidFill>
                  <a:schemeClr val="tx1"/>
                </a:solidFill>
                <a:latin typeface="+mn-lt"/>
                <a:ea typeface="+mn-lt"/>
                <a:cs typeface="+mn-lt"/>
              </a:defRPr>
            </a:lvl4pPr>
            <a:lvl5pPr marL="1447800" indent="-228600" algn="ctr">
              <a:lnSpc>
                <a:spcPct val="110000"/>
              </a:lnSpc>
              <a:spcBef>
                <a:spcPts val="0"/>
              </a:spcBef>
              <a:spcAft>
                <a:spcPts val="1200"/>
              </a:spcAft>
              <a:buChar char="•"/>
              <a:defRPr sz="3600" b="1">
                <a:solidFill>
                  <a:schemeClr val="tx1"/>
                </a:solidFill>
                <a:latin typeface="+mn-lt"/>
                <a:ea typeface="+mn-lt"/>
                <a:cs typeface="+mn-lt"/>
              </a:defRPr>
            </a:lvl5pPr>
            <a:lvl6pPr marL="1752600" indent="-228600" algn="ctr">
              <a:lnSpc>
                <a:spcPct val="110000"/>
              </a:lnSpc>
              <a:spcBef>
                <a:spcPts val="0"/>
              </a:spcBef>
              <a:spcAft>
                <a:spcPts val="1200"/>
              </a:spcAft>
              <a:buChar char="•"/>
              <a:defRPr sz="3600" b="1">
                <a:solidFill>
                  <a:schemeClr val="tx1"/>
                </a:solidFill>
                <a:latin typeface="+mn-lt"/>
                <a:ea typeface="+mn-lt"/>
                <a:cs typeface="+mn-lt"/>
              </a:defRPr>
            </a:lvl6pPr>
            <a:lvl7pPr marL="2057400" indent="-228600" algn="ctr">
              <a:lnSpc>
                <a:spcPct val="110000"/>
              </a:lnSpc>
              <a:spcBef>
                <a:spcPts val="0"/>
              </a:spcBef>
              <a:spcAft>
                <a:spcPts val="1200"/>
              </a:spcAft>
              <a:buChar char="•"/>
              <a:defRPr sz="3600" b="1">
                <a:solidFill>
                  <a:schemeClr val="tx1"/>
                </a:solidFill>
                <a:latin typeface="+mn-lt"/>
                <a:ea typeface="+mn-lt"/>
                <a:cs typeface="+mn-lt"/>
              </a:defRPr>
            </a:lvl7pPr>
            <a:lvl8pPr marL="2362200" indent="-228600" algn="ctr">
              <a:lnSpc>
                <a:spcPct val="110000"/>
              </a:lnSpc>
              <a:spcBef>
                <a:spcPts val="0"/>
              </a:spcBef>
              <a:spcAft>
                <a:spcPts val="1200"/>
              </a:spcAft>
              <a:buChar char="•"/>
              <a:defRPr sz="3600" b="1">
                <a:solidFill>
                  <a:schemeClr val="tx1"/>
                </a:solidFill>
                <a:latin typeface="+mn-lt"/>
                <a:ea typeface="+mn-lt"/>
                <a:cs typeface="+mn-lt"/>
              </a:defRPr>
            </a:lvl8pPr>
            <a:lvl9pPr marL="2667000" indent="-228600" algn="ctr">
              <a:lnSpc>
                <a:spcPct val="110000"/>
              </a:lnSpc>
              <a:spcBef>
                <a:spcPts val="0"/>
              </a:spcBef>
              <a:spcAft>
                <a:spcPts val="1200"/>
              </a:spcAft>
              <a:buChar char="•"/>
              <a:defRPr sz="3600" b="1">
                <a:solidFill>
                  <a:schemeClr val="tx1"/>
                </a:solidFill>
                <a:latin typeface="+mn-lt"/>
                <a:ea typeface="+mn-lt"/>
                <a:cs typeface="+mn-lt"/>
              </a:defRPr>
            </a:lvl9pPr>
          </a:lstStyle>
          <a:p xmlns:a="http://schemas.openxmlformats.org/drawingml/2006/main">
            <a:pPr marL="0" indent="0" algn="ctr">
              <a:buNone/>
            </a:pPr>
            <a:r>
              <a:rPr sz="3600" b="1"/>
              <a:t>https://mguhlin.github.io/nspa</a:t>
            </a:r>
          </a:p>
        </p:txBody>
      </p:sp>
      <p:pic>
        <p:nvPicPr>
          <p:cNvPr id="8" name="my-qr-code.png">
            <a:extLst xmlns:a="http://schemas.openxmlformats.org/drawingml/2006/main">
              <a:ext uri="{FF2B5EF4-FFF2-40B4-BE49-F238E27FC236}">
                <a16:creationId xmlns:a16="http://schemas.microsoft.com/office/drawing/2014/main" id="{6F943749-6955-48B3-9D71-2D1ADF97BFD2}"/>
              </a:ext>
            </a:extLst>
          </p:cNvPr>
          <p:cNvPicPr>
            <a:picLocks xmlns:a="http://schemas.openxmlformats.org/drawingml/2006/main" noChangeAspect="1"/>
          </p:cNvPicPr>
          <p:nvPr/>
        </p:nvPicPr>
        <p:blipFill>
          <a:blip xmlns:r="http://schemas.openxmlformats.org/officeDocument/2006/relationships" xmlns:a="http://schemas.openxmlformats.org/drawingml/2006/main" r:embed="Rb3041acb0e754fe0"/>
          <a:stretch xmlns:a="http://schemas.openxmlformats.org/drawingml/2006/main"/>
        </p:blipFill>
        <p:spPr>
          <a:xfrm xmlns:a="http://schemas.openxmlformats.org/drawingml/2006/main">
            <a:off x="3943370" y="1603442"/>
            <a:ext cx="3987031" cy="3987031"/>
          </a:xfrm>
          <a:prstGeom xmlns:a="http://schemas.openxmlformats.org/drawingml/2006/main" prst="rect">
            <a:avLst/>
          </a:prstGeom>
        </p:spPr>
      </p:pic>
    </p:spTree>
    <p:extLst>
      <p:ext uri="{BB962C8B-B14F-4D97-AF65-F5344CB8AC3E}">
        <p14:creationId xmlns:p14="http://schemas.microsoft.com/office/powerpoint/2010/main" val="17140050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2026-10-20T22:54:21.8860000Z</dcterms:created>
  <dcterms:modified xsi:type="dcterms:W3CDTF">2026-10-20T22:54:21.8860000Z</dcterms:modified>
</coreProperties>
</file>