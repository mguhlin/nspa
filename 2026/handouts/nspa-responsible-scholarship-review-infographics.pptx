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toolkit provides six standalone visual references for responsible scholarship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clear prompt names the task, sources, rubric, boundaries, output, and human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defensible score follows the evidence from published criteria to a human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scholarship review workflow uses AI for support but leaves final decisions with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Minimize applicant information and maintain meaningful human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detectors can return false positives and false negatives and should not decide eligibility.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 applicant AI-use rules before application deadlines.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